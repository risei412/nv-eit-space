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5" r:id="rId1"/>
  </p:sldMasterIdLst>
  <p:notesMasterIdLst>
    <p:notesMasterId r:id="rId50"/>
  </p:notesMasterIdLst>
  <p:handoutMasterIdLst>
    <p:handoutMasterId r:id="rId51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AF1"/>
    <a:srgbClr val="999999"/>
    <a:srgbClr val="F2F4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96"/>
    <p:restoredTop sz="96786"/>
  </p:normalViewPr>
  <p:slideViewPr>
    <p:cSldViewPr snapToGrid="0">
      <p:cViewPr varScale="1">
        <p:scale>
          <a:sx n="113" d="100"/>
          <a:sy n="113" d="100"/>
        </p:scale>
        <p:origin x="148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384" y="21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5C8B29A1-D60A-0CDF-F87E-A91193857E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6300C8-F547-1439-CC94-024EE0EAAB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84377-9178-4545-8E21-D27730FE5A2F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EDF173-C6B7-3402-15CB-54FD6276F6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025A5F-C092-C9EC-08C2-33CD738325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C7DC4-3E11-4D45-A542-1D8B1C744D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82971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4DE91-F736-AB48-81FA-0DBC1D2288D3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B0E78-FB0F-2646-A98F-B55C16366C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46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1pPr>
    <a:lvl2pPr marL="609570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2pPr>
    <a:lvl3pPr marL="1219140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3pPr>
    <a:lvl4pPr marL="1828709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4pPr>
    <a:lvl5pPr marL="2438278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5pPr>
    <a:lvl6pPr marL="3047848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6pPr>
    <a:lvl7pPr marL="3657418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7pPr>
    <a:lvl8pPr marL="4266987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8pPr>
    <a:lvl9pPr marL="4876557" algn="l" defTabSz="1219140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-タイトル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48AE955-DDBB-C47B-F23E-FE06094799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468"/>
            <a:ext cx="9144000" cy="6858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F86E2D7-7E76-880B-CECB-8D39F05EB2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53175" y="5046912"/>
            <a:ext cx="2340000" cy="475218"/>
          </a:xfrm>
          <a:prstGeom prst="rect">
            <a:avLst/>
          </a:prstGeom>
        </p:spPr>
      </p:pic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A6F4FF0C-8CF0-33F2-B512-A88CC27D3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175" y="3248644"/>
            <a:ext cx="5517984" cy="311227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32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ja-JP" altLang="en-US"/>
              <a:t>氏名</a:t>
            </a:r>
            <a:r>
              <a:rPr lang="en-US" altLang="ja-JP" dirty="0"/>
              <a:t> </a:t>
            </a:r>
            <a:r>
              <a:rPr lang="ja-JP" altLang="en-US"/>
              <a:t>　　游ゴシック</a:t>
            </a:r>
            <a:r>
              <a:rPr lang="en-US" altLang="ja-JP" dirty="0"/>
              <a:t>/ Bold</a:t>
            </a:r>
            <a:endParaRPr lang="ja-JP" altLang="en-US"/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D2E401BD-87C1-1DCE-8576-0AC64CBA82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3046" y="1462632"/>
            <a:ext cx="8059154" cy="12704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86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+mn-lt"/>
              </a:defRPr>
            </a:lvl1pPr>
            <a:lvl2pPr>
              <a:defRPr b="1"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 b="1">
                <a:latin typeface="+mn-lt"/>
              </a:defRPr>
            </a:lvl4pPr>
            <a:lvl5pPr>
              <a:defRPr b="1">
                <a:latin typeface="+mn-lt"/>
              </a:defRPr>
            </a:lvl5pPr>
          </a:lstStyle>
          <a:p>
            <a:pPr lvl="0"/>
            <a:r>
              <a:rPr kumimoji="1" lang="ja-JP" altLang="en-US"/>
              <a:t>タイトルタイトル</a:t>
            </a:r>
            <a:endParaRPr kumimoji="1" lang="en-US" altLang="ja-JP" dirty="0"/>
          </a:p>
          <a:p>
            <a:pPr lvl="0"/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041019AD-1682-0E91-7F04-404B6D4907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63" y="3603834"/>
            <a:ext cx="5517984" cy="1024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8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役職・所属</a:t>
            </a:r>
            <a:r>
              <a:rPr lang="en-US" altLang="ja-JP" dirty="0"/>
              <a:t> </a:t>
            </a:r>
            <a:r>
              <a:rPr lang="ja-JP" altLang="en-US"/>
              <a:t>　</a:t>
            </a:r>
            <a:r>
              <a:rPr lang="en-US" altLang="ja-JP" dirty="0"/>
              <a:t>   </a:t>
            </a:r>
            <a:r>
              <a:rPr lang="ja-JP" altLang="en-US"/>
              <a:t>　</a:t>
            </a:r>
            <a:endParaRPr lang="en-US" altLang="ja-JP" dirty="0"/>
          </a:p>
          <a:p>
            <a:r>
              <a:rPr lang="ja-JP" altLang="en-US"/>
              <a:t>游ゴシック</a:t>
            </a:r>
            <a:r>
              <a:rPr lang="en-US" altLang="ja-JP" dirty="0"/>
              <a:t>/Bold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C20CF8AE-F19E-71AE-C76C-1EC88C4B03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06893" y="6552280"/>
            <a:ext cx="3792537" cy="23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 b="1">
                <a:latin typeface="+mn-lt"/>
              </a:defRPr>
            </a:lvl1pPr>
            <a:lvl2pPr marL="457200" indent="0">
              <a:buNone/>
              <a:defRPr sz="1050" b="1">
                <a:latin typeface="+mn-lt"/>
              </a:defRPr>
            </a:lvl2pPr>
            <a:lvl3pPr marL="914400" indent="0">
              <a:buNone/>
              <a:defRPr sz="1050" b="1">
                <a:latin typeface="+mn-lt"/>
              </a:defRPr>
            </a:lvl3pPr>
            <a:lvl4pPr marL="1371600" indent="0">
              <a:buNone/>
              <a:defRPr sz="1050" b="1">
                <a:latin typeface="+mn-lt"/>
              </a:defRPr>
            </a:lvl4pPr>
            <a:lvl5pPr marL="1828800" indent="0">
              <a:buNone/>
              <a:defRPr sz="1050" b="1">
                <a:latin typeface="+mn-lt"/>
              </a:defRPr>
            </a:lvl5pPr>
          </a:lstStyle>
          <a:p>
            <a:pPr marL="0" indent="0">
              <a:buNone/>
            </a:pPr>
            <a:r>
              <a:rPr lang="ja-JP" altLang="en-US" sz="105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イベント名・日付　　游ゴシック</a:t>
            </a:r>
            <a:r>
              <a:rPr lang="en-US" altLang="ja-JP" sz="105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/Bold</a:t>
            </a:r>
            <a:r>
              <a:rPr lang="ja-JP" altLang="en-US" sz="1050" b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　　　　　　</a:t>
            </a:r>
            <a:endParaRPr lang="en-US" altLang="ja-JP" sz="105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455540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-中表紙スライド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9C979E6-DD16-969B-A5E6-AD83E8851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ED231A7D-E205-C83A-49D5-2F9C2E5B30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2960" y="205578"/>
            <a:ext cx="1875600" cy="382475"/>
          </a:xfrm>
          <a:prstGeom prst="rect">
            <a:avLst/>
          </a:prstGeom>
        </p:spPr>
      </p:pic>
      <p:sp>
        <p:nvSpPr>
          <p:cNvPr id="2" name="タイトル 3">
            <a:extLst>
              <a:ext uri="{FF2B5EF4-FFF2-40B4-BE49-F238E27FC236}">
                <a16:creationId xmlns:a16="http://schemas.microsoft.com/office/drawing/2014/main" id="{160D7D41-E1B6-57FA-5E7D-425AEA6C3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67" y="3271773"/>
            <a:ext cx="7920038" cy="632640"/>
          </a:xfrm>
          <a:prstGeom prst="rect">
            <a:avLst/>
          </a:prstGeom>
        </p:spPr>
        <p:txBody>
          <a:bodyPr/>
          <a:lstStyle>
            <a:lvl1pPr>
              <a:defRPr sz="34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　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A66D42-541A-BB9A-566C-A42C0DC4B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70034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-中表紙スライド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9C979E6-DD16-969B-A5E6-AD83E8851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5563D4B2-3464-B45C-9184-A35F2565EE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3" name="タイトル 3">
            <a:extLst>
              <a:ext uri="{FF2B5EF4-FFF2-40B4-BE49-F238E27FC236}">
                <a16:creationId xmlns:a16="http://schemas.microsoft.com/office/drawing/2014/main" id="{986E3611-D65C-5FA3-3FA2-1C0F5005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67" y="3271773"/>
            <a:ext cx="7920038" cy="632640"/>
          </a:xfrm>
          <a:prstGeom prst="rect">
            <a:avLst/>
          </a:prstGeom>
        </p:spPr>
        <p:txBody>
          <a:bodyPr/>
          <a:lstStyle>
            <a:lvl1pPr>
              <a:defRPr sz="34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　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58D25E-0332-2A61-D96A-FFFC6AE15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500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-タイトル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48AE955-DDBB-C47B-F23E-FE06094799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60B5A546-72CB-E807-A41E-49AFC1C63F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3024" y="6182868"/>
            <a:ext cx="2390151" cy="487403"/>
          </a:xfrm>
          <a:prstGeom prst="rect">
            <a:avLst/>
          </a:prstGeom>
        </p:spPr>
      </p:pic>
      <p:sp>
        <p:nvSpPr>
          <p:cNvPr id="8" name="テキスト プレースホルダー 10">
            <a:extLst>
              <a:ext uri="{FF2B5EF4-FFF2-40B4-BE49-F238E27FC236}">
                <a16:creationId xmlns:a16="http://schemas.microsoft.com/office/drawing/2014/main" id="{2836F2ED-4DB6-12DD-EEA4-7741D02E55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2083" y="4221163"/>
            <a:ext cx="5517984" cy="311227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3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ja-JP" altLang="en-US"/>
              <a:t>氏名</a:t>
            </a:r>
            <a:r>
              <a:rPr lang="en-US" altLang="ja-JP" dirty="0"/>
              <a:t> </a:t>
            </a:r>
            <a:r>
              <a:rPr lang="ja-JP" altLang="en-US"/>
              <a:t>　　游ゴシック</a:t>
            </a:r>
            <a:r>
              <a:rPr lang="en-US" altLang="ja-JP" dirty="0"/>
              <a:t>/ Bold</a:t>
            </a:r>
            <a:endParaRPr lang="ja-JP" altLang="en-US"/>
          </a:p>
        </p:txBody>
      </p:sp>
      <p:sp>
        <p:nvSpPr>
          <p:cNvPr id="9" name="コンテンツ プレースホルダー 12">
            <a:extLst>
              <a:ext uri="{FF2B5EF4-FFF2-40B4-BE49-F238E27FC236}">
                <a16:creationId xmlns:a16="http://schemas.microsoft.com/office/drawing/2014/main" id="{7001A042-6219-01DF-5E72-AC5791E72F2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04544" y="2491093"/>
            <a:ext cx="805915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860"/>
              </a:lnSpc>
              <a:spcBef>
                <a:spcPts val="0"/>
              </a:spcBef>
              <a:buNone/>
              <a:defRPr sz="3800" b="1">
                <a:solidFill>
                  <a:schemeClr val="tx2"/>
                </a:solidFill>
                <a:latin typeface="+mn-lt"/>
              </a:defRPr>
            </a:lvl1pPr>
            <a:lvl2pPr>
              <a:defRPr b="1"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 b="1">
                <a:latin typeface="+mn-lt"/>
              </a:defRPr>
            </a:lvl4pPr>
            <a:lvl5pPr>
              <a:defRPr b="1">
                <a:latin typeface="+mn-lt"/>
              </a:defRPr>
            </a:lvl5pPr>
          </a:lstStyle>
          <a:p>
            <a:pPr lvl="0"/>
            <a:r>
              <a:rPr kumimoji="1" lang="ja-JP" altLang="en-US"/>
              <a:t>タイトルタイトル</a:t>
            </a:r>
            <a:endParaRPr kumimoji="1" lang="en-US" altLang="ja-JP" dirty="0"/>
          </a:p>
          <a:p>
            <a:pPr lvl="0"/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</a:p>
        </p:txBody>
      </p:sp>
      <p:sp>
        <p:nvSpPr>
          <p:cNvPr id="10" name="テキスト プレースホルダー 14">
            <a:extLst>
              <a:ext uri="{FF2B5EF4-FFF2-40B4-BE49-F238E27FC236}">
                <a16:creationId xmlns:a16="http://schemas.microsoft.com/office/drawing/2014/main" id="{C57F195C-DB24-6686-F24F-4A6B7626D5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971" y="4504353"/>
            <a:ext cx="4258029" cy="1024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8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役職・所属</a:t>
            </a:r>
            <a:r>
              <a:rPr lang="en-US" altLang="ja-JP" dirty="0"/>
              <a:t> </a:t>
            </a:r>
            <a:r>
              <a:rPr lang="ja-JP" altLang="en-US"/>
              <a:t>　</a:t>
            </a:r>
            <a:r>
              <a:rPr lang="en-US" altLang="ja-JP" dirty="0"/>
              <a:t>   </a:t>
            </a:r>
            <a:r>
              <a:rPr lang="ja-JP" altLang="en-US"/>
              <a:t>　</a:t>
            </a:r>
            <a:endParaRPr lang="en-US" altLang="ja-JP" dirty="0"/>
          </a:p>
          <a:p>
            <a:r>
              <a:rPr lang="ja-JP" altLang="en-US"/>
              <a:t>游ゴシック</a:t>
            </a:r>
            <a:r>
              <a:rPr lang="en-US" altLang="ja-JP" dirty="0"/>
              <a:t>/Bold</a:t>
            </a:r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536CD554-6868-54FC-85E8-AF96140DF51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446" y="6053210"/>
            <a:ext cx="2845154" cy="6170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4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 b="1">
                <a:latin typeface="+mn-ea"/>
                <a:ea typeface="+mn-ea"/>
              </a:defRPr>
            </a:lvl2pPr>
            <a:lvl3pPr marL="914400" indent="0">
              <a:buNone/>
              <a:defRPr sz="1050" b="1">
                <a:latin typeface="+mn-ea"/>
                <a:ea typeface="+mn-ea"/>
              </a:defRPr>
            </a:lvl3pPr>
            <a:lvl4pPr marL="1371600" indent="0">
              <a:buNone/>
              <a:defRPr sz="1050" b="1">
                <a:latin typeface="+mn-ea"/>
                <a:ea typeface="+mn-ea"/>
              </a:defRPr>
            </a:lvl4pPr>
            <a:lvl5pPr marL="1828800" indent="0">
              <a:buNone/>
              <a:defRPr sz="1050" b="1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イベント名・日付</a:t>
            </a:r>
            <a:endParaRPr kumimoji="1" lang="en-US" altLang="ja-JP" dirty="0"/>
          </a:p>
          <a:p>
            <a:pPr lvl="0"/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</a:p>
        </p:txBody>
      </p:sp>
    </p:spTree>
    <p:extLst>
      <p:ext uri="{BB962C8B-B14F-4D97-AF65-F5344CB8AC3E}">
        <p14:creationId xmlns:p14="http://schemas.microsoft.com/office/powerpoint/2010/main" val="3377954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-中表紙スライド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9C979E6-DD16-969B-A5E6-AD83E8851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タイトル 3">
            <a:extLst>
              <a:ext uri="{FF2B5EF4-FFF2-40B4-BE49-F238E27FC236}">
                <a16:creationId xmlns:a16="http://schemas.microsoft.com/office/drawing/2014/main" id="{160D7D41-E1B6-57FA-5E7D-425AEA6C3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67" y="1196975"/>
            <a:ext cx="7920038" cy="632640"/>
          </a:xfrm>
          <a:prstGeom prst="rect">
            <a:avLst/>
          </a:prstGeom>
        </p:spPr>
        <p:txBody>
          <a:bodyPr/>
          <a:lstStyle>
            <a:lvl1pPr>
              <a:defRPr sz="34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　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7CE3D0B-BB47-97A4-E21E-9EFD9BC045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556F25-F1D2-D90F-6C0C-60A07CC21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21887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中表紙スライド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9C979E6-DD16-969B-A5E6-AD83E8851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5563D4B2-3464-B45C-9184-A35F2565EE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3" name="タイトル 3">
            <a:extLst>
              <a:ext uri="{FF2B5EF4-FFF2-40B4-BE49-F238E27FC236}">
                <a16:creationId xmlns:a16="http://schemas.microsoft.com/office/drawing/2014/main" id="{4D7F1537-A878-1B20-DBF9-8E1B2317AC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67" y="1196975"/>
            <a:ext cx="7920038" cy="632640"/>
          </a:xfrm>
          <a:prstGeom prst="rect">
            <a:avLst/>
          </a:prstGeom>
        </p:spPr>
        <p:txBody>
          <a:bodyPr/>
          <a:lstStyle>
            <a:lvl1pPr>
              <a:defRPr sz="34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　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FF8C63-1D12-2A7D-6B69-3142FEC8D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052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-タイトル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48AE955-DDBB-C47B-F23E-FE06094799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D62D3A47-091C-DA71-9E9D-1E73F69F1F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1800" y="5491831"/>
            <a:ext cx="2400000" cy="487403"/>
          </a:xfrm>
          <a:prstGeom prst="rect">
            <a:avLst/>
          </a:prstGeom>
        </p:spPr>
      </p:pic>
      <p:sp>
        <p:nvSpPr>
          <p:cNvPr id="8" name="テキスト プレースホルダー 10">
            <a:extLst>
              <a:ext uri="{FF2B5EF4-FFF2-40B4-BE49-F238E27FC236}">
                <a16:creationId xmlns:a16="http://schemas.microsoft.com/office/drawing/2014/main" id="{840542D1-7133-C93B-FCBB-ECB1FE566A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446" y="2839170"/>
            <a:ext cx="4694274" cy="311227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3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ja-JP" altLang="en-US"/>
              <a:t>氏名</a:t>
            </a:r>
            <a:r>
              <a:rPr lang="en-US" altLang="ja-JP" dirty="0"/>
              <a:t> </a:t>
            </a:r>
            <a:r>
              <a:rPr lang="ja-JP" altLang="en-US"/>
              <a:t>　　游ゴシック</a:t>
            </a:r>
            <a:r>
              <a:rPr lang="en-US" altLang="ja-JP" dirty="0"/>
              <a:t>/ Bold</a:t>
            </a:r>
            <a:endParaRPr lang="ja-JP" altLang="en-US"/>
          </a:p>
        </p:txBody>
      </p:sp>
      <p:sp>
        <p:nvSpPr>
          <p:cNvPr id="9" name="コンテンツ プレースホルダー 12">
            <a:extLst>
              <a:ext uri="{FF2B5EF4-FFF2-40B4-BE49-F238E27FC236}">
                <a16:creationId xmlns:a16="http://schemas.microsoft.com/office/drawing/2014/main" id="{A60E6A69-41E4-4C7B-BCBB-EBA6064AE59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04544" y="828542"/>
            <a:ext cx="8059154" cy="12034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860"/>
              </a:lnSpc>
              <a:spcBef>
                <a:spcPts val="0"/>
              </a:spcBef>
              <a:buNone/>
              <a:defRPr sz="3800" b="1">
                <a:solidFill>
                  <a:schemeClr val="tx2"/>
                </a:solidFill>
                <a:latin typeface="+mn-lt"/>
              </a:defRPr>
            </a:lvl1pPr>
            <a:lvl2pPr>
              <a:defRPr b="1"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 b="1">
                <a:latin typeface="+mn-lt"/>
              </a:defRPr>
            </a:lvl4pPr>
            <a:lvl5pPr>
              <a:defRPr b="1">
                <a:latin typeface="+mn-lt"/>
              </a:defRPr>
            </a:lvl5pPr>
          </a:lstStyle>
          <a:p>
            <a:pPr lvl="0"/>
            <a:r>
              <a:rPr kumimoji="1" lang="ja-JP" altLang="en-US"/>
              <a:t>タイトルタイトル</a:t>
            </a:r>
            <a:endParaRPr kumimoji="1" lang="en-US" altLang="ja-JP" dirty="0"/>
          </a:p>
          <a:p>
            <a:pPr lvl="0"/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</a:p>
        </p:txBody>
      </p:sp>
      <p:sp>
        <p:nvSpPr>
          <p:cNvPr id="10" name="テキスト プレースホルダー 14">
            <a:extLst>
              <a:ext uri="{FF2B5EF4-FFF2-40B4-BE49-F238E27FC236}">
                <a16:creationId xmlns:a16="http://schemas.microsoft.com/office/drawing/2014/main" id="{8E2A7841-7592-610E-0DFA-30BA09A6F0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971" y="3340106"/>
            <a:ext cx="3617949" cy="1024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8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役職・所属</a:t>
            </a:r>
            <a:r>
              <a:rPr lang="en-US" altLang="ja-JP" dirty="0"/>
              <a:t> </a:t>
            </a:r>
            <a:r>
              <a:rPr lang="ja-JP" altLang="en-US"/>
              <a:t>　</a:t>
            </a:r>
            <a:r>
              <a:rPr lang="en-US" altLang="ja-JP" dirty="0"/>
              <a:t>   </a:t>
            </a:r>
            <a:r>
              <a:rPr lang="ja-JP" altLang="en-US"/>
              <a:t>　</a:t>
            </a:r>
            <a:endParaRPr lang="en-US" altLang="ja-JP" dirty="0"/>
          </a:p>
          <a:p>
            <a:r>
              <a:rPr lang="ja-JP" altLang="en-US"/>
              <a:t>游ゴシック</a:t>
            </a:r>
            <a:r>
              <a:rPr lang="en-US" altLang="ja-JP" dirty="0"/>
              <a:t>/Bold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B1E9C2F-D21E-6660-99BE-1776BCCB725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446" y="6332241"/>
            <a:ext cx="5687938" cy="3733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 b="1">
                <a:latin typeface="+mn-ea"/>
                <a:ea typeface="+mn-ea"/>
              </a:defRPr>
            </a:lvl2pPr>
            <a:lvl3pPr marL="914400" indent="0">
              <a:buNone/>
              <a:defRPr sz="1050" b="1">
                <a:latin typeface="+mn-ea"/>
                <a:ea typeface="+mn-ea"/>
              </a:defRPr>
            </a:lvl3pPr>
            <a:lvl4pPr marL="1371600" indent="0">
              <a:buNone/>
              <a:defRPr sz="1050" b="1">
                <a:latin typeface="+mn-ea"/>
                <a:ea typeface="+mn-ea"/>
              </a:defRPr>
            </a:lvl4pPr>
            <a:lvl5pPr marL="1828800" indent="0">
              <a:buNone/>
              <a:defRPr sz="1050" b="1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イベント名・日付　游ゴシック</a:t>
            </a:r>
            <a:r>
              <a:rPr kumimoji="1" lang="en-US" altLang="ja-JP" dirty="0"/>
              <a:t>/Bold</a:t>
            </a:r>
          </a:p>
        </p:txBody>
      </p:sp>
    </p:spTree>
    <p:extLst>
      <p:ext uri="{BB962C8B-B14F-4D97-AF65-F5344CB8AC3E}">
        <p14:creationId xmlns:p14="http://schemas.microsoft.com/office/powerpoint/2010/main" val="977451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-中表紙スライド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9C979E6-DD16-969B-A5E6-AD83E8851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7CE3D0B-BB47-97A4-E21E-9EFD9BC045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3" name="タイトル 3">
            <a:extLst>
              <a:ext uri="{FF2B5EF4-FFF2-40B4-BE49-F238E27FC236}">
                <a16:creationId xmlns:a16="http://schemas.microsoft.com/office/drawing/2014/main" id="{BE0A9193-79A4-8B8C-A1AC-0857C1430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499" y="859139"/>
            <a:ext cx="7920038" cy="632640"/>
          </a:xfrm>
          <a:prstGeom prst="rect">
            <a:avLst/>
          </a:prstGeom>
        </p:spPr>
        <p:txBody>
          <a:bodyPr/>
          <a:lstStyle>
            <a:lvl1pPr>
              <a:defRPr sz="34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7C93E21-4ED9-70D2-1EA3-C8460CAC9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124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-中表紙スライド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9C979E6-DD16-969B-A5E6-AD83E8851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タイトル 3">
            <a:extLst>
              <a:ext uri="{FF2B5EF4-FFF2-40B4-BE49-F238E27FC236}">
                <a16:creationId xmlns:a16="http://schemas.microsoft.com/office/drawing/2014/main" id="{160D7D41-E1B6-57FA-5E7D-425AEA6C3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499" y="859139"/>
            <a:ext cx="7920038" cy="632640"/>
          </a:xfrm>
          <a:prstGeom prst="rect">
            <a:avLst/>
          </a:prstGeom>
        </p:spPr>
        <p:txBody>
          <a:bodyPr/>
          <a:lstStyle>
            <a:lvl1pPr>
              <a:defRPr sz="34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7CE3D0B-BB47-97A4-E21E-9EFD9BC045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7CC3A6A-9827-B477-5357-A5BD179C2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9894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-タイトル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48AE955-DDBB-C47B-F23E-FE06094799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06A3FDC9-D852-E6EC-96B6-98DB14629D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2200" y="1016000"/>
            <a:ext cx="2400000" cy="487403"/>
          </a:xfrm>
          <a:prstGeom prst="rect">
            <a:avLst/>
          </a:prstGeom>
        </p:spPr>
      </p:pic>
      <p:sp>
        <p:nvSpPr>
          <p:cNvPr id="8" name="テキスト プレースホルダー 10">
            <a:extLst>
              <a:ext uri="{FF2B5EF4-FFF2-40B4-BE49-F238E27FC236}">
                <a16:creationId xmlns:a16="http://schemas.microsoft.com/office/drawing/2014/main" id="{DC157CD8-E8E4-83E9-B708-A7248F604F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2083" y="5312377"/>
            <a:ext cx="5517984" cy="311227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3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ja-JP" altLang="en-US"/>
              <a:t>氏名</a:t>
            </a:r>
            <a:r>
              <a:rPr lang="en-US" altLang="ja-JP" dirty="0"/>
              <a:t> </a:t>
            </a:r>
            <a:r>
              <a:rPr lang="ja-JP" altLang="en-US"/>
              <a:t>　　游ゴシック</a:t>
            </a:r>
            <a:r>
              <a:rPr lang="en-US" altLang="ja-JP" dirty="0"/>
              <a:t>/ Bold</a:t>
            </a:r>
            <a:endParaRPr lang="ja-JP" altLang="en-US"/>
          </a:p>
        </p:txBody>
      </p:sp>
      <p:sp>
        <p:nvSpPr>
          <p:cNvPr id="9" name="コンテンツ プレースホルダー 12">
            <a:extLst>
              <a:ext uri="{FF2B5EF4-FFF2-40B4-BE49-F238E27FC236}">
                <a16:creationId xmlns:a16="http://schemas.microsoft.com/office/drawing/2014/main" id="{237EEBCE-F550-57E4-CCD0-CEAD803192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04544" y="3510866"/>
            <a:ext cx="8059154" cy="13151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860"/>
              </a:lnSpc>
              <a:spcBef>
                <a:spcPts val="0"/>
              </a:spcBef>
              <a:buNone/>
              <a:defRPr sz="3800" b="1">
                <a:solidFill>
                  <a:schemeClr val="tx2"/>
                </a:solidFill>
                <a:latin typeface="+mn-lt"/>
              </a:defRPr>
            </a:lvl1pPr>
            <a:lvl2pPr>
              <a:defRPr b="1"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 b="1">
                <a:latin typeface="+mn-lt"/>
              </a:defRPr>
            </a:lvl4pPr>
            <a:lvl5pPr>
              <a:defRPr b="1">
                <a:latin typeface="+mn-lt"/>
              </a:defRPr>
            </a:lvl5pPr>
          </a:lstStyle>
          <a:p>
            <a:pPr lvl="0"/>
            <a:r>
              <a:rPr kumimoji="1" lang="ja-JP" altLang="en-US"/>
              <a:t>タイトルタイトル</a:t>
            </a:r>
            <a:endParaRPr kumimoji="1" lang="en-US" altLang="ja-JP" dirty="0"/>
          </a:p>
          <a:p>
            <a:pPr lvl="0"/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</a:p>
        </p:txBody>
      </p:sp>
      <p:sp>
        <p:nvSpPr>
          <p:cNvPr id="10" name="テキスト プレースホルダー 14">
            <a:extLst>
              <a:ext uri="{FF2B5EF4-FFF2-40B4-BE49-F238E27FC236}">
                <a16:creationId xmlns:a16="http://schemas.microsoft.com/office/drawing/2014/main" id="{71FEA1BA-AA5D-FC50-4B6B-B7845D3E25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971" y="5552703"/>
            <a:ext cx="5517984" cy="6303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8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役職・所属</a:t>
            </a:r>
            <a:r>
              <a:rPr lang="en-US" altLang="ja-JP" dirty="0"/>
              <a:t> </a:t>
            </a:r>
            <a:r>
              <a:rPr lang="ja-JP" altLang="en-US"/>
              <a:t>　</a:t>
            </a:r>
            <a:r>
              <a:rPr lang="en-US" altLang="ja-JP" dirty="0"/>
              <a:t>   </a:t>
            </a:r>
            <a:r>
              <a:rPr lang="ja-JP" altLang="en-US"/>
              <a:t>　</a:t>
            </a:r>
            <a:endParaRPr lang="en-US" altLang="ja-JP" dirty="0"/>
          </a:p>
          <a:p>
            <a:r>
              <a:rPr lang="ja-JP" altLang="en-US"/>
              <a:t>游ゴシック</a:t>
            </a:r>
            <a:r>
              <a:rPr lang="en-US" altLang="ja-JP" dirty="0"/>
              <a:t>/Bold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24904E-499A-F38D-7084-A124E7768B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446" y="6332241"/>
            <a:ext cx="5687938" cy="3733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 b="1">
                <a:latin typeface="+mn-ea"/>
                <a:ea typeface="+mn-ea"/>
              </a:defRPr>
            </a:lvl2pPr>
            <a:lvl3pPr marL="914400" indent="0">
              <a:buNone/>
              <a:defRPr sz="1050" b="1">
                <a:latin typeface="+mn-ea"/>
                <a:ea typeface="+mn-ea"/>
              </a:defRPr>
            </a:lvl3pPr>
            <a:lvl4pPr marL="1371600" indent="0">
              <a:buNone/>
              <a:defRPr sz="1050" b="1">
                <a:latin typeface="+mn-ea"/>
                <a:ea typeface="+mn-ea"/>
              </a:defRPr>
            </a:lvl4pPr>
            <a:lvl5pPr marL="1828800" indent="0">
              <a:buNone/>
              <a:defRPr sz="1050" b="1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イベント名・日付　游ゴシック</a:t>
            </a:r>
            <a:r>
              <a:rPr kumimoji="1" lang="en-US" altLang="ja-JP" dirty="0"/>
              <a:t>/Bold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81FD23-541D-C439-8C07-7B8787293E2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4035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-中表紙スライド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9C979E6-DD16-969B-A5E6-AD83E8851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7CE3D0B-BB47-97A4-E21E-9EFD9BC045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3" name="タイトル 3">
            <a:extLst>
              <a:ext uri="{FF2B5EF4-FFF2-40B4-BE49-F238E27FC236}">
                <a16:creationId xmlns:a16="http://schemas.microsoft.com/office/drawing/2014/main" id="{5EDAF771-D752-4623-DA5B-3EEDCDCFB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67" y="2636838"/>
            <a:ext cx="7920038" cy="632640"/>
          </a:xfrm>
          <a:prstGeom prst="rect">
            <a:avLst/>
          </a:prstGeom>
        </p:spPr>
        <p:txBody>
          <a:bodyPr/>
          <a:lstStyle>
            <a:lvl1pPr algn="ctr">
              <a:defRPr sz="34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0900B58-5708-FF6C-DCA9-A8885222A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855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-中表紙スライド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9C979E6-DD16-969B-A5E6-AD83E8851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5563D4B2-3464-B45C-9184-A35F2565EE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3" name="タイトル 3">
            <a:extLst>
              <a:ext uri="{FF2B5EF4-FFF2-40B4-BE49-F238E27FC236}">
                <a16:creationId xmlns:a16="http://schemas.microsoft.com/office/drawing/2014/main" id="{4D7F1537-A878-1B20-DBF9-8E1B2317AC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67" y="2636838"/>
            <a:ext cx="7920038" cy="632640"/>
          </a:xfrm>
          <a:prstGeom prst="rect">
            <a:avLst/>
          </a:prstGeom>
        </p:spPr>
        <p:txBody>
          <a:bodyPr/>
          <a:lstStyle>
            <a:lvl1pPr algn="ctr">
              <a:defRPr sz="34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5A781F-A228-408A-A6FA-A08F9AE8C1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37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次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0FE3C7-D304-9F91-A3F6-42FF1C00B761}"/>
              </a:ext>
            </a:extLst>
          </p:cNvPr>
          <p:cNvSpPr/>
          <p:nvPr userDrawn="1"/>
        </p:nvSpPr>
        <p:spPr>
          <a:xfrm>
            <a:off x="9036000" y="0"/>
            <a:ext cx="108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45B2A76-302E-B3B0-E05C-72C6D02040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2960" y="205578"/>
            <a:ext cx="1875600" cy="380904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C7D8E084-F85D-2DDF-AE2C-D70F238EC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目次　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C8B36404-9C7D-C86F-B2AC-29CC6F5465F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6000"/>
            <a:ext cx="8677275" cy="5532438"/>
          </a:xfrm>
          <a:prstGeom prst="rect">
            <a:avLst/>
          </a:prstGeom>
        </p:spPr>
        <p:txBody>
          <a:bodyPr/>
          <a:lstStyle>
            <a:lvl1pPr marL="514350" indent="-514350">
              <a:lnSpc>
                <a:spcPts val="206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1800"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  <a:lvl2pPr marL="914400" indent="-457200">
              <a:lnSpc>
                <a:spcPts val="206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i="0">
                <a:latin typeface="+mn-ea"/>
                <a:ea typeface="+mn-ea"/>
              </a:defRPr>
            </a:lvl2pPr>
            <a:lvl3pPr marL="1371600" indent="-457200">
              <a:lnSpc>
                <a:spcPts val="2060"/>
              </a:lnSpc>
              <a:buFont typeface="Arial" panose="020B0604020202020204" pitchFamily="34" charset="0"/>
              <a:buChar char="•"/>
              <a:defRPr sz="1800" b="1">
                <a:latin typeface="+mn-ea"/>
                <a:ea typeface="+mn-ea"/>
              </a:defRPr>
            </a:lvl3pPr>
            <a:lvl4pPr marL="1714500" indent="-342900">
              <a:lnSpc>
                <a:spcPts val="2060"/>
              </a:lnSpc>
              <a:buFont typeface="Arial" panose="020B0604020202020204" pitchFamily="34" charset="0"/>
              <a:buChar char="•"/>
              <a:defRPr sz="1800" b="1">
                <a:latin typeface="+mn-ea"/>
                <a:ea typeface="+mn-ea"/>
              </a:defRPr>
            </a:lvl4pPr>
            <a:lvl5pPr marL="2171700" indent="-342900">
              <a:lnSpc>
                <a:spcPts val="2060"/>
              </a:lnSpc>
              <a:buFont typeface="Arial" panose="020B0604020202020204" pitchFamily="34" charset="0"/>
              <a:buChar char="•"/>
              <a:defRPr sz="1800" b="1">
                <a:latin typeface="+mn-ea"/>
                <a:ea typeface="+mn-ea"/>
              </a:defRPr>
            </a:lvl5pPr>
            <a:lvl6pPr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6pPr>
            <a:lvl7pPr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7pPr>
            <a:lvl8pPr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8pPr>
          </a:lstStyle>
          <a:p>
            <a:pPr lvl="0"/>
            <a:r>
              <a:rPr kumimoji="1" lang="ja-JP" altLang="en-US" dirty="0"/>
              <a:t>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　　游ゴシック</a:t>
            </a:r>
            <a:r>
              <a:rPr kumimoji="1" lang="en-US" altLang="ja-JP" dirty="0"/>
              <a:t>/Bold</a:t>
            </a:r>
          </a:p>
          <a:p>
            <a:pPr lvl="1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タイトル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サブタイトル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01CA67-C843-9D24-AA87-BD0F77B2A4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535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0FE3C7-D304-9F91-A3F6-42FF1C00B761}"/>
              </a:ext>
            </a:extLst>
          </p:cNvPr>
          <p:cNvSpPr/>
          <p:nvPr userDrawn="1"/>
        </p:nvSpPr>
        <p:spPr>
          <a:xfrm>
            <a:off x="9036000" y="0"/>
            <a:ext cx="108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F2A57CF-E381-80EF-3385-7565F5A82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2" name="タイトル 5">
            <a:extLst>
              <a:ext uri="{FF2B5EF4-FFF2-40B4-BE49-F238E27FC236}">
                <a16:creationId xmlns:a16="http://schemas.microsoft.com/office/drawing/2014/main" id="{AFEF4ADA-AD5F-E979-4BD9-9EB13E286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3C0DD4BE-D901-C0F2-7505-36F89AFAAAD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5999"/>
            <a:ext cx="8677275" cy="5532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000" b="1" i="0">
                <a:latin typeface="+mn-ea"/>
                <a:ea typeface="+mn-ea"/>
              </a:defRPr>
            </a:lvl1pPr>
            <a:lvl2pPr marL="45720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None/>
              <a:defRPr sz="1800" b="1" i="0">
                <a:latin typeface="+mn-ea"/>
                <a:ea typeface="+mn-ea"/>
              </a:defRPr>
            </a:lvl2pPr>
            <a:lvl3pPr marL="914400" indent="0">
              <a:buFont typeface="+mj-lt"/>
              <a:buNone/>
              <a:defRPr sz="1800" b="1">
                <a:latin typeface="+mn-ea"/>
                <a:ea typeface="+mn-ea"/>
              </a:defRPr>
            </a:lvl3pPr>
            <a:lvl4pPr marL="1371600" indent="0">
              <a:buFont typeface="+mj-lt"/>
              <a:buNone/>
              <a:defRPr sz="1600" b="1">
                <a:latin typeface="+mn-ea"/>
                <a:ea typeface="+mn-ea"/>
              </a:defRPr>
            </a:lvl4pPr>
            <a:lvl5pPr marL="1828800" indent="0">
              <a:buFont typeface="Arial" panose="020B0604020202020204" pitchFamily="34" charset="0"/>
              <a:buNone/>
              <a:defRPr kumimoji="1" lang="en-US" altLang="ja-JP" sz="1600" smtClean="0">
                <a:latin typeface="+mn-ea"/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見出し　游ゴシック</a:t>
            </a:r>
            <a:r>
              <a:rPr kumimoji="1" lang="en-US" altLang="ja-JP" dirty="0"/>
              <a:t>/Bold</a:t>
            </a:r>
          </a:p>
          <a:p>
            <a:pPr lvl="1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3"/>
            <a:r>
              <a:rPr kumimoji="1" lang="ja-JP" altLang="en-US" dirty="0">
                <a:latin typeface="+mn-ea"/>
                <a:ea typeface="+mn-ea"/>
              </a:rPr>
              <a:t>小見出し</a:t>
            </a:r>
            <a:endParaRPr kumimoji="1" lang="en-US" altLang="ja-JP" dirty="0">
              <a:latin typeface="+mn-ea"/>
              <a:ea typeface="+mn-ea"/>
            </a:endParaRPr>
          </a:p>
          <a:p>
            <a:pPr lvl="4"/>
            <a:r>
              <a:rPr kumimoji="1" lang="ja-JP" altLang="en-US" dirty="0">
                <a:latin typeface="+mn-ea"/>
                <a:ea typeface="+mn-ea"/>
              </a:rPr>
              <a:t>小見出し</a:t>
            </a:r>
            <a:endParaRPr kumimoji="1" lang="en-US" altLang="ja-JP" dirty="0">
              <a:latin typeface="+mn-ea"/>
              <a:ea typeface="+mn-ea"/>
            </a:endParaRPr>
          </a:p>
          <a:p>
            <a:pPr lvl="5"/>
            <a:r>
              <a:rPr kumimoji="1" lang="ja-JP" altLang="en-US" dirty="0">
                <a:latin typeface="+mn-ea"/>
                <a:ea typeface="+mn-ea"/>
              </a:rPr>
              <a:t>小見出し</a:t>
            </a:r>
            <a:endParaRPr kumimoji="1" lang="en-US" altLang="ja-JP" dirty="0">
              <a:latin typeface="+mn-ea"/>
              <a:ea typeface="+mn-ea"/>
            </a:endParaRPr>
          </a:p>
          <a:p>
            <a:pPr lvl="6"/>
            <a:r>
              <a:rPr kumimoji="1" lang="ja-JP" altLang="en-US" dirty="0">
                <a:latin typeface="+mn-ea"/>
                <a:ea typeface="+mn-ea"/>
              </a:rPr>
              <a:t>小見出し</a:t>
            </a:r>
            <a:endParaRPr kumimoji="1" lang="en-US" altLang="ja-JP" dirty="0">
              <a:latin typeface="+mn-ea"/>
              <a:ea typeface="+mn-ea"/>
            </a:endParaRPr>
          </a:p>
          <a:p>
            <a:pPr lvl="7"/>
            <a:r>
              <a:rPr kumimoji="1" lang="ja-JP" altLang="en-US" dirty="0">
                <a:latin typeface="+mn-ea"/>
                <a:ea typeface="+mn-ea"/>
              </a:rPr>
              <a:t>小見出し</a:t>
            </a:r>
            <a:endParaRPr kumimoji="1" lang="en-US" altLang="ja-JP" dirty="0">
              <a:latin typeface="+mn-ea"/>
              <a:ea typeface="+mn-ea"/>
            </a:endParaRPr>
          </a:p>
          <a:p>
            <a:pPr lvl="8"/>
            <a:r>
              <a:rPr kumimoji="1" lang="ja-JP" altLang="en-US" dirty="0">
                <a:latin typeface="+mn-ea"/>
                <a:ea typeface="+mn-ea"/>
              </a:rPr>
              <a:t>小見出し</a:t>
            </a:r>
            <a:endParaRPr kumimoji="1" lang="en-US" altLang="ja-JP" dirty="0">
              <a:latin typeface="+mn-ea"/>
              <a:ea typeface="+mn-ea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34F3F8-F89F-3418-E3AE-C8BC03944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360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0FE3C7-D304-9F91-A3F6-42FF1C00B761}"/>
              </a:ext>
            </a:extLst>
          </p:cNvPr>
          <p:cNvSpPr/>
          <p:nvPr userDrawn="1"/>
        </p:nvSpPr>
        <p:spPr>
          <a:xfrm>
            <a:off x="9036000" y="0"/>
            <a:ext cx="108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F2A57CF-E381-80EF-3385-7565F5A82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2960" y="205579"/>
            <a:ext cx="1872000" cy="380173"/>
          </a:xfrm>
          <a:prstGeom prst="rect">
            <a:avLst/>
          </a:prstGeom>
        </p:spPr>
      </p:pic>
      <p:sp>
        <p:nvSpPr>
          <p:cNvPr id="2" name="タイトル 5">
            <a:extLst>
              <a:ext uri="{FF2B5EF4-FFF2-40B4-BE49-F238E27FC236}">
                <a16:creationId xmlns:a16="http://schemas.microsoft.com/office/drawing/2014/main" id="{AFEF4ADA-AD5F-E979-4BD9-9EB13E286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 dirty="0"/>
              <a:t>游ゴシック</a:t>
            </a:r>
            <a:r>
              <a:rPr kumimoji="1" lang="en-US" altLang="ja-JP" dirty="0"/>
              <a:t>/Bold</a:t>
            </a:r>
            <a:endParaRPr kumimoji="1" lang="ja-JP" altLang="en-US" dirty="0"/>
          </a:p>
        </p:txBody>
      </p:sp>
      <p:sp>
        <p:nvSpPr>
          <p:cNvPr id="5" name="コンテンツ プレースホルダー 9">
            <a:extLst>
              <a:ext uri="{FF2B5EF4-FFF2-40B4-BE49-F238E27FC236}">
                <a16:creationId xmlns:a16="http://schemas.microsoft.com/office/drawing/2014/main" id="{6BA62A01-BCD3-E3FF-7EBE-FCC521F68F5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6000"/>
            <a:ext cx="8677275" cy="5532438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742950" indent="-28575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1371600" indent="-4572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3pPr>
            <a:lvl4pPr marL="1714500" indent="-3429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4pPr>
            <a:lvl5pPr marL="2171700" indent="-3429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5pPr>
            <a:lvl6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6pPr>
            <a:lvl7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7pPr>
            <a:lvl8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8pPr>
            <a:lvl9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9pPr>
          </a:lstStyle>
          <a:p>
            <a:pPr lvl="0"/>
            <a:r>
              <a:rPr kumimoji="1" lang="ja-JP" altLang="en-US" dirty="0"/>
              <a:t>本文　游ゴシック</a:t>
            </a:r>
            <a:r>
              <a:rPr kumimoji="1" lang="en-US" altLang="ja-JP" dirty="0"/>
              <a:t>/Medium</a:t>
            </a:r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</a:t>
            </a:r>
            <a:r>
              <a:rPr kumimoji="1" lang="en-US" altLang="ja-JP" dirty="0"/>
              <a:t>5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1"/>
            <a:endParaRPr kumimoji="1" lang="en-US" altLang="ja-JP" dirty="0">
              <a:latin typeface="+mn-ea"/>
              <a:ea typeface="+mn-ea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471190-5E8E-B70A-14D3-DF17C37B8B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150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0FE3C7-D304-9F91-A3F6-42FF1C00B761}"/>
              </a:ext>
            </a:extLst>
          </p:cNvPr>
          <p:cNvSpPr/>
          <p:nvPr userDrawn="1"/>
        </p:nvSpPr>
        <p:spPr>
          <a:xfrm>
            <a:off x="9036000" y="0"/>
            <a:ext cx="108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E49E9A6-9BCF-4012-3276-9826F5670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45857" y="205579"/>
            <a:ext cx="1247317" cy="591863"/>
          </a:xfrm>
          <a:prstGeom prst="rect">
            <a:avLst/>
          </a:prstGeom>
        </p:spPr>
      </p:pic>
      <p:sp>
        <p:nvSpPr>
          <p:cNvPr id="2" name="タイトル 5">
            <a:extLst>
              <a:ext uri="{FF2B5EF4-FFF2-40B4-BE49-F238E27FC236}">
                <a16:creationId xmlns:a16="http://schemas.microsoft.com/office/drawing/2014/main" id="{16A57890-4986-9B48-561A-5EE1D307A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 dirty="0"/>
              <a:t>游ゴシック</a:t>
            </a:r>
            <a:r>
              <a:rPr kumimoji="1" lang="en-US" altLang="ja-JP" dirty="0"/>
              <a:t>/Bold</a:t>
            </a:r>
            <a:endParaRPr kumimoji="1" lang="ja-JP" altLang="en-US" dirty="0"/>
          </a:p>
        </p:txBody>
      </p:sp>
      <p:sp>
        <p:nvSpPr>
          <p:cNvPr id="4" name="コンテンツ プレースホルダー 9">
            <a:extLst>
              <a:ext uri="{FF2B5EF4-FFF2-40B4-BE49-F238E27FC236}">
                <a16:creationId xmlns:a16="http://schemas.microsoft.com/office/drawing/2014/main" id="{CD3639CA-BE92-28DB-CBB0-122BA63BD9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5999"/>
            <a:ext cx="8677275" cy="5532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i="0">
                <a:latin typeface="+mn-ea"/>
                <a:ea typeface="+mn-ea"/>
              </a:defRPr>
            </a:lvl1pPr>
            <a:lvl2pPr marL="45720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>
                <a:latin typeface="+mn-ea"/>
                <a:ea typeface="+mn-ea"/>
              </a:defRPr>
            </a:lvl2pPr>
            <a:lvl3pPr marL="914400" indent="0">
              <a:buFont typeface="Arial" panose="020B0604020202020204" pitchFamily="34" charset="0"/>
              <a:buNone/>
              <a:defRPr sz="1800" b="1">
                <a:latin typeface="+mn-ea"/>
                <a:ea typeface="+mn-ea"/>
              </a:defRPr>
            </a:lvl3pPr>
            <a:lvl4pPr marL="1371600" indent="0">
              <a:buFont typeface="Arial" panose="020B0604020202020204" pitchFamily="34" charset="0"/>
              <a:buNone/>
              <a:defRPr sz="1600" b="1">
                <a:latin typeface="+mn-ea"/>
                <a:ea typeface="+mn-ea"/>
              </a:defRPr>
            </a:lvl4pPr>
            <a:lvl5pPr marL="1828800" indent="0">
              <a:buFont typeface="Arial" panose="020B0604020202020204" pitchFamily="34" charset="0"/>
              <a:buNone/>
              <a:defRPr kumimoji="1" lang="en-US" altLang="ja-JP" sz="1600" smtClean="0">
                <a:latin typeface="+mn-ea"/>
                <a:ea typeface="+mn-ea"/>
              </a:defRPr>
            </a:lvl5pPr>
            <a:lvl6pPr marL="2286000" indent="0">
              <a:buFont typeface="Arial" panose="020B0604020202020204" pitchFamily="34" charset="0"/>
              <a:buNone/>
              <a:defRPr sz="1600" b="1"/>
            </a:lvl6pPr>
            <a:lvl7pPr marL="2743200" indent="0">
              <a:buFont typeface="Arial" panose="020B0604020202020204" pitchFamily="34" charset="0"/>
              <a:buNone/>
              <a:defRPr sz="1600" b="1"/>
            </a:lvl7pPr>
            <a:lvl8pPr marL="3200400" indent="0">
              <a:buFont typeface="Arial" panose="020B0604020202020204" pitchFamily="34" charset="0"/>
              <a:buNone/>
              <a:defRPr sz="1600" b="1"/>
            </a:lvl8pPr>
            <a:lvl9pPr marL="3657600" indent="0">
              <a:buFont typeface="Arial" panose="020B0604020202020204" pitchFamily="34" charset="0"/>
              <a:buNone/>
              <a:defRPr sz="1600" b="1"/>
            </a:lvl9pPr>
          </a:lstStyle>
          <a:p>
            <a:pPr lvl="0"/>
            <a:r>
              <a:rPr kumimoji="1" lang="ja-JP" altLang="en-US" dirty="0"/>
              <a:t>見出し　游ゴシック</a:t>
            </a:r>
            <a:r>
              <a:rPr kumimoji="1" lang="en-US" altLang="ja-JP" dirty="0"/>
              <a:t>/Bold</a:t>
            </a:r>
          </a:p>
          <a:p>
            <a:pPr lvl="1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小見出し</a:t>
            </a:r>
          </a:p>
          <a:p>
            <a:pPr lvl="1"/>
            <a:endParaRPr kumimoji="1" lang="en-US" altLang="ja-JP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8EC1A6-C753-5DAF-FD59-779E780689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423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1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0FE3C7-D304-9F91-A3F6-42FF1C00B761}"/>
              </a:ext>
            </a:extLst>
          </p:cNvPr>
          <p:cNvSpPr/>
          <p:nvPr userDrawn="1"/>
        </p:nvSpPr>
        <p:spPr>
          <a:xfrm>
            <a:off x="9036000" y="0"/>
            <a:ext cx="108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E49E9A6-9BCF-4012-3276-9826F5670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45857" y="205579"/>
            <a:ext cx="1247317" cy="591863"/>
          </a:xfrm>
          <a:prstGeom prst="rect">
            <a:avLst/>
          </a:prstGeom>
        </p:spPr>
      </p:pic>
      <p:sp>
        <p:nvSpPr>
          <p:cNvPr id="2" name="タイトル 5">
            <a:extLst>
              <a:ext uri="{FF2B5EF4-FFF2-40B4-BE49-F238E27FC236}">
                <a16:creationId xmlns:a16="http://schemas.microsoft.com/office/drawing/2014/main" id="{16A57890-4986-9B48-561A-5EE1D307A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8" name="コンテンツ プレースホルダー 9">
            <a:extLst>
              <a:ext uri="{FF2B5EF4-FFF2-40B4-BE49-F238E27FC236}">
                <a16:creationId xmlns:a16="http://schemas.microsoft.com/office/drawing/2014/main" id="{089F0667-46A0-A61B-0163-7650574905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6000"/>
            <a:ext cx="8677275" cy="5532438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742950" indent="-28575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1371600" indent="-4572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3pPr>
            <a:lvl4pPr marL="1714500" indent="-3429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4pPr>
            <a:lvl5pPr marL="2171700" indent="-3429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5pPr>
            <a:lvl6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6pPr>
            <a:lvl7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7pPr>
            <a:lvl8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8pPr>
            <a:lvl9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9pPr>
          </a:lstStyle>
          <a:p>
            <a:pPr lvl="0"/>
            <a:r>
              <a:rPr kumimoji="1" lang="ja-JP" altLang="en-US" dirty="0"/>
              <a:t>本文　游ゴシック</a:t>
            </a:r>
            <a:r>
              <a:rPr kumimoji="1" lang="en-US" altLang="ja-JP" dirty="0"/>
              <a:t>/Medium</a:t>
            </a:r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</a:t>
            </a:r>
            <a:r>
              <a:rPr kumimoji="1" lang="en-US" altLang="ja-JP" dirty="0"/>
              <a:t>5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1"/>
            <a:endParaRPr kumimoji="1" lang="en-US" altLang="ja-JP" dirty="0">
              <a:latin typeface="+mn-ea"/>
              <a:ea typeface="+mn-ea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7D9451-9A33-79B9-CCF8-F43103C70F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116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0FE3C7-D304-9F91-A3F6-42FF1C00B761}"/>
              </a:ext>
            </a:extLst>
          </p:cNvPr>
          <p:cNvSpPr/>
          <p:nvPr userDrawn="1"/>
        </p:nvSpPr>
        <p:spPr>
          <a:xfrm rot="16200000">
            <a:off x="4518000" y="-4510913"/>
            <a:ext cx="108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F2A57CF-E381-80EF-3385-7565F5A82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9785" y="309563"/>
            <a:ext cx="1872000" cy="380173"/>
          </a:xfrm>
          <a:prstGeom prst="rect">
            <a:avLst/>
          </a:prstGeom>
        </p:spPr>
      </p:pic>
      <p:sp>
        <p:nvSpPr>
          <p:cNvPr id="2" name="タイトル 5">
            <a:extLst>
              <a:ext uri="{FF2B5EF4-FFF2-40B4-BE49-F238E27FC236}">
                <a16:creationId xmlns:a16="http://schemas.microsoft.com/office/drawing/2014/main" id="{AFEF4ADA-AD5F-E979-4BD9-9EB13E286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9" name="コンテンツ プレースホルダー 9">
            <a:extLst>
              <a:ext uri="{FF2B5EF4-FFF2-40B4-BE49-F238E27FC236}">
                <a16:creationId xmlns:a16="http://schemas.microsoft.com/office/drawing/2014/main" id="{3D66E63C-B116-989E-4F0A-F42657C28D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5999"/>
            <a:ext cx="8677275" cy="5532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i="0">
                <a:latin typeface="+mn-ea"/>
                <a:ea typeface="+mn-ea"/>
              </a:defRPr>
            </a:lvl1pPr>
            <a:lvl2pPr marL="45720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>
                <a:latin typeface="+mn-ea"/>
                <a:ea typeface="+mn-ea"/>
              </a:defRPr>
            </a:lvl2pPr>
            <a:lvl3pPr marL="914400" indent="0">
              <a:buFont typeface="Arial" panose="020B0604020202020204" pitchFamily="34" charset="0"/>
              <a:buNone/>
              <a:defRPr sz="1800" b="1">
                <a:latin typeface="+mn-ea"/>
                <a:ea typeface="+mn-ea"/>
              </a:defRPr>
            </a:lvl3pPr>
            <a:lvl4pPr marL="1371600" indent="0">
              <a:buFont typeface="Arial" panose="020B0604020202020204" pitchFamily="34" charset="0"/>
              <a:buNone/>
              <a:defRPr sz="1600" b="1">
                <a:latin typeface="+mn-ea"/>
                <a:ea typeface="+mn-ea"/>
              </a:defRPr>
            </a:lvl4pPr>
            <a:lvl5pPr marL="1828800" indent="0">
              <a:buFont typeface="Arial" panose="020B0604020202020204" pitchFamily="34" charset="0"/>
              <a:buNone/>
              <a:defRPr kumimoji="1" lang="en-US" altLang="ja-JP" sz="1600" b="1" smtClean="0">
                <a:latin typeface="+mn-ea"/>
                <a:ea typeface="+mn-ea"/>
              </a:defRPr>
            </a:lvl5pPr>
            <a:lvl6pPr marL="2286000" indent="0">
              <a:buFont typeface="Arial" panose="020B0604020202020204" pitchFamily="34" charset="0"/>
              <a:buNone/>
              <a:defRPr sz="1600" b="1"/>
            </a:lvl6pPr>
            <a:lvl7pPr marL="2743200" indent="0">
              <a:buFont typeface="Arial" panose="020B0604020202020204" pitchFamily="34" charset="0"/>
              <a:buNone/>
              <a:defRPr sz="1600" b="1"/>
            </a:lvl7pPr>
            <a:lvl8pPr marL="3200400" indent="0">
              <a:buFont typeface="Arial" panose="020B0604020202020204" pitchFamily="34" charset="0"/>
              <a:buNone/>
              <a:defRPr sz="1600" b="1"/>
            </a:lvl8pPr>
            <a:lvl9pPr marL="3657600" indent="0">
              <a:buFont typeface="Arial" panose="020B0604020202020204" pitchFamily="34" charset="0"/>
              <a:buNone/>
              <a:defRPr sz="1600" b="1"/>
            </a:lvl9pPr>
          </a:lstStyle>
          <a:p>
            <a:pPr lvl="0"/>
            <a:r>
              <a:rPr kumimoji="1" lang="ja-JP" altLang="en-US" dirty="0"/>
              <a:t>見出し　游ゴシック</a:t>
            </a:r>
            <a:r>
              <a:rPr kumimoji="1" lang="en-US" altLang="ja-JP" dirty="0"/>
              <a:t>/Bold</a:t>
            </a:r>
          </a:p>
          <a:p>
            <a:pPr lvl="1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小見出し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C1C16E-E722-317B-FAA7-7DE22B1513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8143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2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0FE3C7-D304-9F91-A3F6-42FF1C00B761}"/>
              </a:ext>
            </a:extLst>
          </p:cNvPr>
          <p:cNvSpPr/>
          <p:nvPr userDrawn="1"/>
        </p:nvSpPr>
        <p:spPr>
          <a:xfrm rot="16200000">
            <a:off x="4518000" y="-4510913"/>
            <a:ext cx="108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F2A57CF-E381-80EF-3385-7565F5A82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9785" y="309563"/>
            <a:ext cx="1872000" cy="380173"/>
          </a:xfrm>
          <a:prstGeom prst="rect">
            <a:avLst/>
          </a:prstGeom>
        </p:spPr>
      </p:pic>
      <p:sp>
        <p:nvSpPr>
          <p:cNvPr id="2" name="タイトル 5">
            <a:extLst>
              <a:ext uri="{FF2B5EF4-FFF2-40B4-BE49-F238E27FC236}">
                <a16:creationId xmlns:a16="http://schemas.microsoft.com/office/drawing/2014/main" id="{AFEF4ADA-AD5F-E979-4BD9-9EB13E286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5" name="コンテンツ プレースホルダー 9">
            <a:extLst>
              <a:ext uri="{FF2B5EF4-FFF2-40B4-BE49-F238E27FC236}">
                <a16:creationId xmlns:a16="http://schemas.microsoft.com/office/drawing/2014/main" id="{A21941E9-BC25-CD41-7DD9-C84917CC61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6000"/>
            <a:ext cx="8677275" cy="5532438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742950" indent="-28575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1371600" indent="-4572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3pPr>
            <a:lvl4pPr marL="1714500" indent="-3429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4pPr>
            <a:lvl5pPr marL="2171700" indent="-3429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5pPr>
            <a:lvl6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6pPr>
            <a:lvl7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7pPr>
            <a:lvl8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8pPr>
            <a:lvl9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9pPr>
          </a:lstStyle>
          <a:p>
            <a:pPr lvl="0"/>
            <a:r>
              <a:rPr kumimoji="1" lang="ja-JP" altLang="en-US" dirty="0"/>
              <a:t>本文　游ゴシック</a:t>
            </a:r>
            <a:r>
              <a:rPr kumimoji="1" lang="en-US" altLang="ja-JP" dirty="0"/>
              <a:t>/Medium</a:t>
            </a:r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</a:t>
            </a:r>
            <a:r>
              <a:rPr kumimoji="1" lang="en-US" altLang="ja-JP" dirty="0"/>
              <a:t>5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1"/>
            <a:endParaRPr kumimoji="1" lang="en-US" altLang="ja-JP" dirty="0">
              <a:latin typeface="+mn-ea"/>
              <a:ea typeface="+mn-ea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5CDC49-ECC2-0988-731A-66178240D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032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汎用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919845-9CF3-ADBC-8585-9A64BBBC886B}"/>
              </a:ext>
            </a:extLst>
          </p:cNvPr>
          <p:cNvSpPr/>
          <p:nvPr userDrawn="1"/>
        </p:nvSpPr>
        <p:spPr>
          <a:xfrm rot="16200000">
            <a:off x="4518000" y="-4510913"/>
            <a:ext cx="108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4" name="タイトル 5">
            <a:extLst>
              <a:ext uri="{FF2B5EF4-FFF2-40B4-BE49-F238E27FC236}">
                <a16:creationId xmlns:a16="http://schemas.microsoft.com/office/drawing/2014/main" id="{0DAB86D9-26D3-57E9-BCF7-86D2317453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149B1AC-6572-3976-1924-5B6188CE73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45857" y="312403"/>
            <a:ext cx="1247317" cy="591863"/>
          </a:xfrm>
          <a:prstGeom prst="rect">
            <a:avLst/>
          </a:prstGeom>
        </p:spPr>
      </p:pic>
      <p:sp>
        <p:nvSpPr>
          <p:cNvPr id="5" name="コンテンツ プレースホルダー 9">
            <a:extLst>
              <a:ext uri="{FF2B5EF4-FFF2-40B4-BE49-F238E27FC236}">
                <a16:creationId xmlns:a16="http://schemas.microsoft.com/office/drawing/2014/main" id="{798C8F0B-2DE2-CF98-646C-49B875A1A5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5999"/>
            <a:ext cx="8677275" cy="5532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i="0">
                <a:latin typeface="+mn-ea"/>
                <a:ea typeface="+mn-ea"/>
              </a:defRPr>
            </a:lvl1pPr>
            <a:lvl2pPr marL="45720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>
                <a:latin typeface="+mn-ea"/>
                <a:ea typeface="+mn-ea"/>
              </a:defRPr>
            </a:lvl2pPr>
            <a:lvl3pPr marL="914400" indent="0">
              <a:buFont typeface="Arial" panose="020B0604020202020204" pitchFamily="34" charset="0"/>
              <a:buNone/>
              <a:defRPr sz="1800" b="1">
                <a:latin typeface="+mn-ea"/>
                <a:ea typeface="+mn-ea"/>
              </a:defRPr>
            </a:lvl3pPr>
            <a:lvl4pPr marL="1371600" indent="0">
              <a:buFont typeface="Arial" panose="020B0604020202020204" pitchFamily="34" charset="0"/>
              <a:buNone/>
              <a:defRPr sz="1600" b="1">
                <a:latin typeface="+mn-ea"/>
                <a:ea typeface="+mn-ea"/>
              </a:defRPr>
            </a:lvl4pPr>
            <a:lvl5pPr marL="1828800" indent="0">
              <a:buFont typeface="Arial" panose="020B0604020202020204" pitchFamily="34" charset="0"/>
              <a:buNone/>
              <a:defRPr kumimoji="1" lang="en-US" altLang="ja-JP" sz="1600" b="1" smtClean="0">
                <a:latin typeface="+mn-ea"/>
                <a:ea typeface="+mn-ea"/>
              </a:defRPr>
            </a:lvl5pPr>
            <a:lvl6pPr marL="2286000" indent="0">
              <a:buFont typeface="Arial" panose="020B0604020202020204" pitchFamily="34" charset="0"/>
              <a:buNone/>
              <a:defRPr sz="1600" b="1"/>
            </a:lvl6pPr>
            <a:lvl7pPr marL="2743200" indent="0">
              <a:buFont typeface="Arial" panose="020B0604020202020204" pitchFamily="34" charset="0"/>
              <a:buNone/>
              <a:defRPr sz="1600" b="1"/>
            </a:lvl7pPr>
            <a:lvl8pPr marL="3200400" indent="0">
              <a:buFont typeface="Arial" panose="020B0604020202020204" pitchFamily="34" charset="0"/>
              <a:buNone/>
              <a:defRPr sz="1600" b="1"/>
            </a:lvl8pPr>
            <a:lvl9pPr marL="3657600" indent="0">
              <a:buFont typeface="Arial" panose="020B0604020202020204" pitchFamily="34" charset="0"/>
              <a:buNone/>
              <a:defRPr sz="1600" b="1"/>
            </a:lvl9pPr>
          </a:lstStyle>
          <a:p>
            <a:pPr lvl="0"/>
            <a:r>
              <a:rPr kumimoji="1" lang="ja-JP" altLang="en-US" dirty="0"/>
              <a:t>見出し　游ゴシック</a:t>
            </a:r>
            <a:r>
              <a:rPr kumimoji="1" lang="en-US" altLang="ja-JP" dirty="0"/>
              <a:t>/Bold</a:t>
            </a:r>
            <a:endParaRPr kumimoji="1" lang="en-US" altLang="ja-JP" dirty="0">
              <a:latin typeface="+mn-ea"/>
              <a:ea typeface="+mn-ea"/>
            </a:endParaRPr>
          </a:p>
          <a:p>
            <a:pPr lvl="1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小見出し</a:t>
            </a:r>
            <a:endParaRPr kumimoji="1" lang="en-US" altLang="ja-JP" dirty="0"/>
          </a:p>
          <a:p>
            <a:pPr lvl="0"/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AFD09A-9DD3-5752-5709-FE50A9A563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8819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2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E49E9A6-9BCF-4012-3276-9826F5670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45857" y="312403"/>
            <a:ext cx="1247317" cy="591863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919845-9CF3-ADBC-8585-9A64BBBC886B}"/>
              </a:ext>
            </a:extLst>
          </p:cNvPr>
          <p:cNvSpPr/>
          <p:nvPr userDrawn="1"/>
        </p:nvSpPr>
        <p:spPr>
          <a:xfrm rot="16200000">
            <a:off x="4518000" y="-4510913"/>
            <a:ext cx="108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4" name="タイトル 5">
            <a:extLst>
              <a:ext uri="{FF2B5EF4-FFF2-40B4-BE49-F238E27FC236}">
                <a16:creationId xmlns:a16="http://schemas.microsoft.com/office/drawing/2014/main" id="{0DAB86D9-26D3-57E9-BCF7-86D2317453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07" y="269717"/>
            <a:ext cx="6750743" cy="52260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    </a:t>
            </a:r>
            <a:r>
              <a:rPr kumimoji="1" lang="ja-JP" altLang="en-US"/>
              <a:t>游ゴシック</a:t>
            </a:r>
            <a:r>
              <a:rPr kumimoji="1" lang="en-US" altLang="ja-JP" dirty="0"/>
              <a:t>/Bold</a:t>
            </a:r>
            <a:endParaRPr kumimoji="1" lang="ja-JP" altLang="en-US"/>
          </a:p>
        </p:txBody>
      </p:sp>
      <p:sp>
        <p:nvSpPr>
          <p:cNvPr id="7" name="コンテンツ プレースホルダー 9">
            <a:extLst>
              <a:ext uri="{FF2B5EF4-FFF2-40B4-BE49-F238E27FC236}">
                <a16:creationId xmlns:a16="http://schemas.microsoft.com/office/drawing/2014/main" id="{1749A747-08AB-5CB7-36CA-A3A3A20512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5899" y="1016000"/>
            <a:ext cx="8677275" cy="5532438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742950" indent="-28575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1371600" indent="-4572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3pPr>
            <a:lvl4pPr marL="1714500" indent="-3429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4pPr>
            <a:lvl5pPr marL="2171700" indent="-342900">
              <a:buFont typeface="Arial" panose="020B0604020202020204" pitchFamily="34" charset="0"/>
              <a:buChar char="•"/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5pPr>
            <a:lvl6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6pPr>
            <a:lvl7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7pPr>
            <a:lvl8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8pPr>
            <a:lvl9pPr>
              <a:defRPr sz="14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9pPr>
          </a:lstStyle>
          <a:p>
            <a:pPr lvl="0"/>
            <a:r>
              <a:rPr kumimoji="1" lang="ja-JP" altLang="en-US" dirty="0"/>
              <a:t>本文　游ゴシック</a:t>
            </a:r>
            <a:r>
              <a:rPr kumimoji="1" lang="en-US" altLang="ja-JP" dirty="0"/>
              <a:t>/Medium</a:t>
            </a:r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</a:t>
            </a:r>
            <a:r>
              <a:rPr kumimoji="1" lang="en-US" altLang="ja-JP" dirty="0"/>
              <a:t>5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6"/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7"/>
            <a:r>
              <a:rPr kumimoji="1" lang="ja-JP" altLang="en-US" dirty="0"/>
              <a:t>第</a:t>
            </a:r>
            <a:r>
              <a:rPr kumimoji="1" lang="en-US" altLang="ja-JP" dirty="0"/>
              <a:t>8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8"/>
            <a:r>
              <a:rPr kumimoji="1" lang="ja-JP" altLang="en-US" dirty="0"/>
              <a:t>第</a:t>
            </a:r>
            <a:r>
              <a:rPr kumimoji="1" lang="en-US" altLang="ja-JP" dirty="0"/>
              <a:t>9</a:t>
            </a:r>
            <a:r>
              <a:rPr kumimoji="1" lang="ja-JP" altLang="en-US" dirty="0"/>
              <a:t>階層</a:t>
            </a:r>
            <a:endParaRPr kumimoji="1" lang="en-US" altLang="ja-JP" dirty="0"/>
          </a:p>
          <a:p>
            <a:pPr lvl="1"/>
            <a:endParaRPr kumimoji="1" lang="en-US" altLang="ja-JP" dirty="0">
              <a:latin typeface="+mn-ea"/>
              <a:ea typeface="+mn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5159769-5039-0622-A6C3-D01F0576FE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6511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3B3EE57-0235-E1D1-BEDF-31C6FA47F3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3124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18E299-3395-7BEC-7277-203C43AAB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5680" y="6539230"/>
            <a:ext cx="4483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E18FDDE-94D8-814A-BE53-9326731C5EA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73502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7" r:id="rId1"/>
    <p:sldLayoutId id="2147483849" r:id="rId2"/>
    <p:sldLayoutId id="2147483741" r:id="rId3"/>
    <p:sldLayoutId id="2147483852" r:id="rId4"/>
    <p:sldLayoutId id="2147483853" r:id="rId5"/>
    <p:sldLayoutId id="2147483744" r:id="rId6"/>
    <p:sldLayoutId id="2147483854" r:id="rId7"/>
    <p:sldLayoutId id="2147483855" r:id="rId8"/>
    <p:sldLayoutId id="2147483856" r:id="rId9"/>
    <p:sldLayoutId id="2147483748" r:id="rId10"/>
    <p:sldLayoutId id="2147483857" r:id="rId11"/>
    <p:sldLayoutId id="2147483750" r:id="rId12"/>
    <p:sldLayoutId id="2147483848" r:id="rId13"/>
    <p:sldLayoutId id="2147483851" r:id="rId14"/>
    <p:sldLayoutId id="2147483858" r:id="rId15"/>
    <p:sldLayoutId id="2147483740" r:id="rId16"/>
    <p:sldLayoutId id="2147483756" r:id="rId17"/>
    <p:sldLayoutId id="2147483754" r:id="rId18"/>
    <p:sldLayoutId id="2147483758" r:id="rId19"/>
    <p:sldLayoutId id="2147483859" r:id="rId20"/>
    <p:sldLayoutId id="2147483759" r:id="rId21"/>
    <p:sldLayoutId id="214748385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499" userDrawn="1">
          <p15:clr>
            <a:srgbClr val="F26B43"/>
          </p15:clr>
        </p15:guide>
        <p15:guide id="4" pos="5261" userDrawn="1">
          <p15:clr>
            <a:srgbClr val="F26B43"/>
          </p15:clr>
        </p15:guide>
        <p15:guide id="5" orient="horz" pos="3680" userDrawn="1">
          <p15:clr>
            <a:srgbClr val="F26B43"/>
          </p15:clr>
        </p15:guide>
        <p15:guide id="6" pos="5602" userDrawn="1">
          <p15:clr>
            <a:srgbClr val="F26B43"/>
          </p15:clr>
        </p15:guide>
        <p15:guide id="7" pos="136" userDrawn="1">
          <p15:clr>
            <a:srgbClr val="F26B43"/>
          </p15:clr>
        </p15:guide>
        <p15:guide id="8" orient="horz" pos="195" userDrawn="1">
          <p15:clr>
            <a:srgbClr val="F26B43"/>
          </p15:clr>
        </p15:guide>
        <p15:guide id="9" orient="horz" pos="4125" userDrawn="1">
          <p15:clr>
            <a:srgbClr val="F26B43"/>
          </p15:clr>
        </p15:guide>
        <p15:guide id="10" pos="272" userDrawn="1">
          <p15:clr>
            <a:srgbClr val="F26B43"/>
          </p15:clr>
        </p15:guide>
        <p15:guide id="11" pos="5488" userDrawn="1">
          <p15:clr>
            <a:srgbClr val="F26B43"/>
          </p15:clr>
        </p15:guide>
        <p15:guide id="12" orient="horz" pos="640" userDrawn="1">
          <p15:clr>
            <a:srgbClr val="F26B43"/>
          </p15:clr>
        </p15:guide>
        <p15:guide id="13" orient="horz" pos="754" userDrawn="1">
          <p15:clr>
            <a:srgbClr val="F26B43"/>
          </p15:clr>
        </p15:guide>
        <p15:guide id="14" orient="horz" pos="2659" userDrawn="1">
          <p15:clr>
            <a:srgbClr val="F26B43"/>
          </p15:clr>
        </p15:guide>
        <p15:guide id="15" orient="horz" pos="3566" userDrawn="1">
          <p15:clr>
            <a:srgbClr val="F26B43"/>
          </p15:clr>
        </p15:guide>
        <p15:guide id="16" orient="horz" pos="1661" userDrawn="1">
          <p15:clr>
            <a:srgbClr val="F26B43"/>
          </p15:clr>
        </p15:guide>
        <p15:guide id="17" pos="2506" userDrawn="1">
          <p15:clr>
            <a:srgbClr val="F26B43"/>
          </p15:clr>
        </p15:guide>
        <p15:guide id="18" pos="3254" userDrawn="1">
          <p15:clr>
            <a:srgbClr val="F26B43"/>
          </p15:clr>
        </p15:guide>
        <p15:guide id="19" pos="569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1417320"/>
            <a:ext cx="8055864" cy="14630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800" b="1" i="0">
                <a:solidFill>
                  <a:srgbClr val="1C3077"/>
                </a:solidFill>
                <a:latin typeface="Arial"/>
              </a:rPr>
              <a:t>Where NV electromagnetically induced transparency lives,</a:t>
            </a:r>
          </a:p>
          <a:p>
            <a:r>
              <a:rPr sz="2800" b="1" i="0">
                <a:solidFill>
                  <a:srgbClr val="1C3077"/>
                </a:solidFill>
                <a:latin typeface="Arial"/>
              </a:rPr>
              <a:t>and where it inverts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91840"/>
            <a:ext cx="5513832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"/>
              </a:rPr>
              <a:t>Risei 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033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0" i="0">
                <a:solidFill>
                  <a:srgbClr val="555555"/>
                </a:solidFill>
                <a:latin typeface="Arial"/>
              </a:rPr>
              <a:t>Department of Electrical and Electronic Engineering</a:t>
            </a:r>
          </a:p>
          <a:p>
            <a:r>
              <a:rPr sz="1600" b="0" i="0">
                <a:solidFill>
                  <a:srgbClr val="555555"/>
                </a:solidFill>
                <a:latin typeface="Arial"/>
              </a:rPr>
              <a:t>Institute of Science Tokyo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2936" y="6419088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  <a:latin typeface="Arial"/>
              </a:rPr>
              <a:t>Group seminar /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" y="1517904"/>
            <a:ext cx="8887968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1.  </a:t>
            </a:r>
            <a:r>
              <a:rPr sz="1800" b="1" i="0">
                <a:solidFill>
                  <a:srgbClr val="1C3077"/>
                </a:solidFill>
                <a:latin typeface="Arial"/>
              </a:rPr>
              <a:t>Introduction</a:t>
            </a:r>
          </a:p>
          <a:p>
            <a:r>
              <a:rPr sz="1600" b="0" i="0">
                <a:solidFill>
                  <a:srgbClr val="1A1A1A"/>
                </a:solidFill>
                <a:latin typeface="Arial"/>
              </a:rPr>
              <a:t>What EIT is, why NV, and what we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2432304"/>
            <a:ext cx="8887968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2.  </a:t>
            </a:r>
            <a:r>
              <a:rPr sz="1800" b="1" i="0">
                <a:solidFill>
                  <a:srgbClr val="1C3077"/>
                </a:solidFill>
                <a:latin typeface="Arial"/>
              </a:rPr>
              <a:t>Method</a:t>
            </a:r>
          </a:p>
          <a:p>
            <a:r>
              <a:rPr sz="1600" b="0" i="0">
                <a:solidFill>
                  <a:srgbClr val="1A1A1A"/>
                </a:solidFill>
                <a:latin typeface="Arial"/>
              </a:rPr>
              <a:t>The no-go criterion and how each operating point is judged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" y="3346704"/>
            <a:ext cx="8887968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3.  </a:t>
            </a:r>
            <a:r>
              <a:rPr sz="1800" b="1" i="0">
                <a:solidFill>
                  <a:srgbClr val="1C3077"/>
                </a:solidFill>
                <a:latin typeface="Arial"/>
              </a:rPr>
              <a:t>Results</a:t>
            </a:r>
          </a:p>
          <a:p>
            <a:r>
              <a:rPr sz="1600" b="0" i="0">
                <a:solidFill>
                  <a:srgbClr val="1A1A1A"/>
                </a:solidFill>
                <a:latin typeface="Arial"/>
              </a:rPr>
              <a:t>Sanity check, the island, room temperature, the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4261104"/>
            <a:ext cx="8887968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4.  </a:t>
            </a:r>
            <a:r>
              <a:rPr sz="1800" b="1" i="0">
                <a:solidFill>
                  <a:srgbClr val="1C3077"/>
                </a:solidFill>
                <a:latin typeface="Arial"/>
              </a:rPr>
              <a:t>Discussion</a:t>
            </a:r>
          </a:p>
          <a:p>
            <a:r>
              <a:rPr sz="1600" b="0" i="0">
                <a:solidFill>
                  <a:srgbClr val="1A1A1A"/>
                </a:solidFill>
                <a:latin typeface="Arial"/>
              </a:rPr>
              <a:t>What to measure, and why room temperature fails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5175504"/>
            <a:ext cx="8887968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5.  </a:t>
            </a:r>
            <a:r>
              <a:rPr sz="1800" b="1" i="0">
                <a:solidFill>
                  <a:srgbClr val="1C3077"/>
                </a:solidFill>
                <a:latin typeface="Arial"/>
              </a:rPr>
              <a:t>Summary</a:t>
            </a:r>
          </a:p>
          <a:p>
            <a:r>
              <a:rPr sz="1600" b="0" i="0">
                <a:solidFill>
                  <a:srgbClr val="1A1A1A"/>
                </a:solidFill>
                <a:latin typeface="Arial"/>
              </a:rPr>
              <a:t>Operating window fixed; experiment this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063240"/>
            <a:ext cx="7918704" cy="10058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800" b="1" i="0">
                <a:solidFill>
                  <a:srgbClr val="7F96C2"/>
                </a:solidFill>
                <a:latin typeface="Arial"/>
              </a:rPr>
              <a:t>I.  </a:t>
            </a:r>
            <a:r>
              <a:rPr sz="2800" b="1" i="0">
                <a:solidFill>
                  <a:srgbClr val="1C3077"/>
                </a:solidFill>
                <a:latin typeface="Arial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A control laser makes two excitation paths interfere, turning an absorber transparent.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Introduction 1: What EIT is</a:t>
            </a:r>
          </a:p>
        </p:txBody>
      </p:sp>
      <p:pic>
        <p:nvPicPr>
          <p:cNvPr id="4" name="Picture 3" descr="sf_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3" y="1481328"/>
            <a:ext cx="4790620" cy="3346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02352" y="1572768"/>
            <a:ext cx="3913632" cy="31089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Two ground states, one excited state: the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Λ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system.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The two absorption paths cancel at two-photon resonance.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Population is trapped in a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dark state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that the light cannot excite.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Requires a long-lived ground coherence: it is destroyed by dephasing.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In the ideal Λ system probe absorption vanishes at two-photon resonance when the ground coherence is long-lived.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[1] M. Fleischhauer, A. Imamoğlu and J. P. Marangos, Rev. Mod. Phys. 77, 633 (2005).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We turned to NV because the group-IV centres that motivated us have no settled model.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Introduction 2: Why NV is the test bed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4315968" cy="260604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555555"/>
                </a:solidFill>
                <a:latin typeface="Arial"/>
              </a:rPr>
              <a:t>SiV / SnV — where we started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Inversion symmetric: optical line robust against electric noise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Orbital Λ channel, no spin-overlap obstruction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Room-temperature EIT was the hope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But: excited-state Hamiltonian and phonon rates not settled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0016" y="1481328"/>
            <a:ext cx="4315968" cy="260604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NV — where we can compute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³E Hamiltonian measured and published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Phonon-induced orbital hopping rate Γₓᵧ(T) measured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Cryogenic ensemble EIT already demonstrated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So the theory can be tested against something 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" y="4206240"/>
            <a:ext cx="8887968" cy="60350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Strategy: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build the criterion on NV, where every input is known, then carry the same criterion back to group-IV.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NV wins as a test bed not on material grounds but because its excited-state model and phonon rates are independently measured.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[2] L. J. Rogers et al., Phys. Rev. Lett. 113, 263602 (2014).   [3] M. W. Doherty et al., Phys. Rep. 528, 1 (2013).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We ask whether NV EIT survives to room temperature, and if not, exactly where it stops.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Introduction 3: The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8887968" cy="1051560"/>
          </a:xfrm>
          <a:prstGeom prst="roundRect">
            <a:avLst>
              <a:gd name="adj" fmla="val 6000"/>
            </a:avLst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Is room-temperature NV EIT possible?</a:t>
            </a:r>
          </a:p>
          <a:p>
            <a:pPr algn="ctr"/>
            <a:r>
              <a:rPr sz="1800" b="0" i="0">
                <a:solidFill>
                  <a:srgbClr val="D8E2F3"/>
                </a:solidFill>
                <a:latin typeface="Arial"/>
              </a:rPr>
              <a:t>If not — up to what temperature can it be observed at 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" y="2697480"/>
            <a:ext cx="8887968" cy="21031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Known: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NV ensemble EIT is demonstrated at cryogenic temperature.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Missing: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any microscopic account of why it disappears on warming.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The usual answer — “dephasing grows” — predicts only a monotone fade. It predicts no lower bound, no field threshold, and no change of sign.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 i="0">
                <a:solidFill>
                  <a:srgbClr val="C00000"/>
                </a:solidFill>
                <a:latin typeface="Arial"/>
              </a:rPr>
              <a:t>All three occur.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Cryogenic NV ensemble EIT is established; no published work fixes its upper temperature limit or its collapse mechanism.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[4] V. M. Acosta et al., Phys. Rev. Lett. 110, 213605 (2013).   [5] C. Santori et al., Phys. Rev. Lett. 97, 247401 (2006).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063240"/>
            <a:ext cx="7918704" cy="10058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800" b="1" i="0">
                <a:solidFill>
                  <a:srgbClr val="7F96C2"/>
                </a:solidFill>
                <a:latin typeface="Arial"/>
              </a:rPr>
              <a:t>II.  </a:t>
            </a:r>
            <a:r>
              <a:rPr sz="2800" b="1" i="0">
                <a:solidFill>
                  <a:srgbClr val="1C3077"/>
                </a:solidFill>
                <a:latin typeface="Arial"/>
              </a:rPr>
              <a:t>Method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A no-go says the targeted pathway contributes nothing — not that the total response vanishes.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Method 1: What a no-go actually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4315968" cy="118872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C00000"/>
                </a:solidFill>
                <a:latin typeface="Arial"/>
              </a:rPr>
              <a:t>✗   The tempting definition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“EIT is forbidden when χ_full = 0”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0016" y="1481328"/>
            <a:ext cx="4315968" cy="118872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✓   The correct object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δχₛ ≡ χ_full − χ_cut  ≡ 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" y="2779776"/>
            <a:ext cx="8887968" cy="42062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Arial"/>
              </a:rPr>
              <a:t>χ_full = 0 is what </a:t>
            </a:r>
            <a:r>
              <a:rPr sz="1700" b="1" i="0">
                <a:solidFill>
                  <a:srgbClr val="1C3077"/>
                </a:solidFill>
                <a:latin typeface="Arial"/>
              </a:rPr>
              <a:t>perfect EIT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looks like.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3255264"/>
            <a:ext cx="8887968" cy="1517904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Ideal Λ system, worked through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555555"/>
                </a:solidFill>
                <a:latin typeface="Courier New"/>
              </a:rPr>
              <a:t>cut  (pathway removed)   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Ξ_cut = 1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555555"/>
                </a:solidFill>
                <a:latin typeface="Courier New"/>
              </a:rPr>
              <a:t>full (pathway intact)    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Ξ_full = 0    ← response vanishes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555555"/>
                </a:solidFill>
                <a:latin typeface="Courier New"/>
              </a:rPr>
              <a:t>sector correction         </a:t>
            </a:r>
            <a:r>
              <a:rPr sz="1600" b="1" i="0">
                <a:solidFill>
                  <a:srgbClr val="1C3077"/>
                </a:solidFill>
                <a:latin typeface="Courier New"/>
              </a:rPr>
              <a:t>δΞₛ = −1    ← maximally non-zero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The pathway cut is an algebraic counterfactual (B = C = 0 with the steady state held fixed), not a control-off measurement.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[6] D. Finkelstein-Shapiro et al., Phys. Rev. A 99, 053829 (2019).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Built from the response kernel, the criterion holds for any Markovian emitter.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Method 2: A material-independent criterion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2002536" cy="141732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Material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H, jump operators,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dipoles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76272" y="2194560"/>
            <a:ext cx="201168" cy="0"/>
          </a:xfrm>
          <a:prstGeom prst="line">
            <a:avLst/>
          </a:prstGeom>
          <a:ln w="28575">
            <a:solidFill>
              <a:srgbClr val="7F9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23160" y="1481328"/>
            <a:ext cx="2002536" cy="141732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Kernel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Kᵢⱼ = dᵢ† G(z) dⱼ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71416" y="2194560"/>
            <a:ext cx="201168" cy="0"/>
          </a:xfrm>
          <a:prstGeom prst="line">
            <a:avLst/>
          </a:prstGeom>
          <a:ln w="28575">
            <a:solidFill>
              <a:srgbClr val="7F9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18304" y="1481328"/>
            <a:ext cx="2002536" cy="141732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Test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δχₛ = 0</a:t>
            </a:r>
          </a:p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⇔  K₁₂K₂₁ = 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2194560"/>
            <a:ext cx="201168" cy="0"/>
          </a:xfrm>
          <a:prstGeom prst="line">
            <a:avLst/>
          </a:prstGeom>
          <a:ln w="28575">
            <a:solidFill>
              <a:srgbClr val="7F9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13448" y="1481328"/>
            <a:ext cx="2002536" cy="1417320"/>
          </a:xfrm>
          <a:prstGeom prst="roundRect">
            <a:avLst>
              <a:gd name="adj" fmla="val 6000"/>
            </a:avLst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Verdict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no-go / suppressed /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" y="3108960"/>
            <a:ext cx="8887968" cy="1691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Nothing in the test is specific to NV, to diamond, or even to optics.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Already applied to group-IV centres (SiV, SnV) and to a non-optical witness.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What changes between materials is only which pathway is closed and by what.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For the scalar block, δχₛ vanishes identically if and only if the product of the two Raman vertices K₁₂K₂₁ vanishes.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[7] K. Zhou et al., J. Phys. A 58, 095303 (2025).   [8] X. Zhao, L.-M. Kuang and J.-Q. Liao, Phys. Rev. A 113, 013723 (2026).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We judge every point by three criteria at once, because a dip alone identifies nothing.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Method 3: How each operating point is judged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2779776" cy="20116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1. Sign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Does the pathway reduce or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increase absorption?</a:t>
            </a:r>
          </a:p>
          <a:p>
            <a:pPr>
              <a:spcBef>
                <a:spcPts val="300"/>
              </a:spcBef>
            </a:pPr>
            <a:r>
              <a:rPr sz="1600" b="0" i="1">
                <a:solidFill>
                  <a:srgbClr val="555555"/>
                </a:solidFill>
                <a:latin typeface="Arial"/>
              </a:rPr>
              <a:t>C &gt; 0  transparency</a:t>
            </a:r>
          </a:p>
          <a:p>
            <a:pPr>
              <a:spcBef>
                <a:spcPts val="300"/>
              </a:spcBef>
            </a:pPr>
            <a:r>
              <a:rPr sz="1600" b="0" i="1">
                <a:solidFill>
                  <a:srgbClr val="555555"/>
                </a:solidFill>
                <a:latin typeface="Arial"/>
              </a:rPr>
              <a:t>C &lt; 0  induced absorption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2112" y="1481328"/>
            <a:ext cx="2779776" cy="20116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2. Containment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Is the feature actually inside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scan window?</a:t>
            </a:r>
          </a:p>
          <a:p>
            <a:pPr>
              <a:spcBef>
                <a:spcPts val="300"/>
              </a:spcBef>
            </a:pPr>
            <a:r>
              <a:rPr sz="1600" b="0" i="1">
                <a:solidFill>
                  <a:srgbClr val="555555"/>
                </a:solidFill>
                <a:latin typeface="Arial"/>
              </a:rPr>
              <a:t>adaptive two-photon window</a:t>
            </a:r>
          </a:p>
          <a:p>
            <a:pPr>
              <a:spcBef>
                <a:spcPts val="300"/>
              </a:spcBef>
            </a:pPr>
            <a:r>
              <a:rPr sz="1600" b="0" i="1">
                <a:solidFill>
                  <a:srgbClr val="555555"/>
                </a:solidFill>
                <a:latin typeface="Arial"/>
              </a:rPr>
              <a:t>(widths span 3 decades)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481328"/>
            <a:ext cx="2779776" cy="20116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3. Lineshape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EIT interference, or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Autler–Townes doublet?</a:t>
            </a:r>
          </a:p>
          <a:p>
            <a:pPr>
              <a:spcBef>
                <a:spcPts val="300"/>
              </a:spcBef>
            </a:pPr>
            <a:r>
              <a:rPr sz="1600" b="0" i="1">
                <a:solidFill>
                  <a:srgbClr val="555555"/>
                </a:solidFill>
                <a:latin typeface="Arial"/>
              </a:rPr>
              <a:t>AIC model comparison</a:t>
            </a:r>
          </a:p>
          <a:p>
            <a:pPr>
              <a:spcBef>
                <a:spcPts val="300"/>
              </a:spcBef>
            </a:pPr>
            <a:r>
              <a:rPr sz="1600" b="0" i="1">
                <a:solidFill>
                  <a:srgbClr val="555555"/>
                </a:solidFill>
                <a:latin typeface="Arial"/>
              </a:rPr>
              <a:t>|ΔAIC| ≥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" y="3657600"/>
            <a:ext cx="8887968" cy="11430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Physics from the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full 9-level Lindblad generator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no adiabatic elimination.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240 grid points over T = 20–115 K and B⊥ = 0–0.5 T; each point gets one of four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A strong control gives an Autler–Townes doublet even with zero ground coherence, so a dip alone cannot establish EIT.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[9] P. M. Anisimov, J. P. Dowling and B. C. Sanders, Phys. Rev. Lett. 107, 163604 (2011).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063240"/>
            <a:ext cx="7918704" cy="10058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800" b="1" i="0">
                <a:solidFill>
                  <a:srgbClr val="7F96C2"/>
                </a:solidFill>
                <a:latin typeface="Arial"/>
              </a:rPr>
              <a:t>III.  </a:t>
            </a:r>
            <a:r>
              <a:rPr sz="2800" b="1" i="0">
                <a:solidFill>
                  <a:srgbClr val="1C3077"/>
                </a:solidFill>
                <a:latin typeface="Arial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The general formula reproduces the textbook three-level result as a one-line special case.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Result 1: Reduction to the textbook Λ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8887968" cy="15544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1" i="0">
                <a:solidFill>
                  <a:srgbClr val="1C3077"/>
                </a:solidFill>
                <a:latin typeface="Arial"/>
              </a:rPr>
              <a:t>General (Schur complement, any number of excited branches)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1A1A1A"/>
                </a:solidFill>
                <a:latin typeface="Arial"/>
              </a:rPr>
              <a:t>Ξ  =  S₁  −  β K₁₂K₂₁ / (γ_g + β S₂)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555555"/>
                </a:solidFill>
                <a:latin typeface="Arial"/>
              </a:rPr>
              <a:t>One excited state, scalar dipoles </a:t>
            </a:r>
            <a:r>
              <a:rPr sz="1600" b="1" i="0">
                <a:solidFill>
                  <a:srgbClr val="7F96C2"/>
                </a:solidFill>
                <a:latin typeface="Arial"/>
              </a:rPr>
              <a:t>→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  Ξ = γ_g / (Aγ_g + β)   = the standard Λ-system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" y="3182112"/>
            <a:ext cx="8887968" cy="16459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Recovers the published three-level susceptibility exactly — no adiabatic approximation is used anywhere.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Holds for multi-branch excited manifolds: K₁₂ becomes a coherent sum over branches.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Full Liouvillian reproduces the archived 70 K benchmark to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0.25 %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Textbook Λ susceptibility recovered as a special case; 70 K contrast C = 0.01387 against the archived 0.01384.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[1] M. Fleischhauer, A. Imamoğlu and J. P. Marangos, Rev. Mod. Phys. 77, 633 (2005).   Benchmark: [4].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NV EIT does not simply fade — it occupies a bounded island in the temperature–field plane.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Result 2: The temperature–field island</a:t>
            </a:r>
          </a:p>
        </p:txBody>
      </p:sp>
      <p:pic>
        <p:nvPicPr>
          <p:cNvPr id="4" name="Picture 3" descr="sf_is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" y="1481328"/>
            <a:ext cx="8887968" cy="2707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" y="4279392"/>
            <a:ext cx="8887968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Cold edge: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30 K at 0.15 T; above 0.3 T it is the 20 K grid floor, closed by 3 Autler–Townes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Transparency needs B⊥ ≳ 0.15 T: the window runs 30–90 K at that field and 20–95 K above 0.3 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Phonon-induced orbital hopping: [10] K.-M. C. Fu et al., Phys. Rev. Lett. 103, 256404 (2009).   [11] M. L. Goldman et al., Phys. Rev. Lett. 114, 145502 (2015).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Room temperature loses nine orders of contrast and lands two orders below the detection floor.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Result 3: Room temperature</a:t>
            </a:r>
          </a:p>
        </p:txBody>
      </p:sp>
      <p:pic>
        <p:nvPicPr>
          <p:cNvPr id="4" name="Picture 3" descr="sf_contrast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81328"/>
            <a:ext cx="6217920" cy="33448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55664" y="1554480"/>
            <a:ext cx="2560320" cy="3108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contrast → time</a:t>
            </a:r>
          </a:p>
          <a:p>
            <a:pPr>
              <a:spcBef>
                <a:spcPts val="700"/>
              </a:spcBef>
            </a:pPr>
            <a:r>
              <a:rPr sz="1600" b="1" i="0">
                <a:solidFill>
                  <a:srgbClr val="1A1A1A"/>
                </a:solidFill>
                <a:latin typeface="Arial"/>
              </a:rPr>
              <a:t>30 K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0.99</a:t>
            </a:r>
          </a:p>
          <a:p>
            <a:r>
              <a:rPr sz="1600" b="0" i="1">
                <a:solidFill>
                  <a:srgbClr val="555555"/>
                </a:solidFill>
                <a:latin typeface="Arial"/>
              </a:rPr>
              <a:t>          instant</a:t>
            </a:r>
          </a:p>
          <a:p>
            <a:pPr>
              <a:spcBef>
                <a:spcPts val="700"/>
              </a:spcBef>
            </a:pPr>
            <a:r>
              <a:rPr sz="1600" b="1" i="0">
                <a:solidFill>
                  <a:srgbClr val="1A1A1A"/>
                </a:solidFill>
                <a:latin typeface="Arial"/>
              </a:rPr>
              <a:t>70 K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1.4×10⁻²</a:t>
            </a:r>
          </a:p>
          <a:p>
            <a:r>
              <a:rPr sz="1600" b="0" i="1">
                <a:solidFill>
                  <a:srgbClr val="555555"/>
                </a:solidFill>
                <a:latin typeface="Arial"/>
              </a:rPr>
              <a:t>          1 μs</a:t>
            </a:r>
          </a:p>
          <a:p>
            <a:pPr>
              <a:spcBef>
                <a:spcPts val="700"/>
              </a:spcBef>
            </a:pPr>
            <a:r>
              <a:rPr sz="1600" b="1" i="0">
                <a:solidFill>
                  <a:srgbClr val="1A1A1A"/>
                </a:solidFill>
                <a:latin typeface="Arial"/>
              </a:rPr>
              <a:t>90 K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1.5×10⁻⁴</a:t>
            </a:r>
          </a:p>
          <a:p>
            <a:r>
              <a:rPr sz="1600" b="0" i="1">
                <a:solidFill>
                  <a:srgbClr val="555555"/>
                </a:solidFill>
                <a:latin typeface="Arial"/>
              </a:rPr>
              <a:t>          10 ms</a:t>
            </a:r>
          </a:p>
          <a:p>
            <a:pPr>
              <a:spcBef>
                <a:spcPts val="700"/>
              </a:spcBef>
            </a:pPr>
            <a:r>
              <a:rPr sz="1600" b="1" i="0">
                <a:solidFill>
                  <a:srgbClr val="C00000"/>
                </a:solidFill>
                <a:latin typeface="Arial"/>
              </a:rPr>
              <a:t>300 K   </a:t>
            </a:r>
            <a:r>
              <a:rPr sz="1600" b="0" i="0">
                <a:solidFill>
                  <a:srgbClr val="C00000"/>
                </a:solidFill>
                <a:latin typeface="Arial"/>
              </a:rPr>
              <a:t>−1.1×10⁻⁹</a:t>
            </a:r>
          </a:p>
          <a:p>
            <a:r>
              <a:rPr sz="1600" b="0" i="1">
                <a:solidFill>
                  <a:srgbClr val="555555"/>
                </a:solidFill>
                <a:latin typeface="Arial"/>
              </a:rPr>
              <a:t>          never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At 300 K the contrast is 1.1×10⁻⁹, of the wrong sign, and 140× below the 1.5×10⁻⁷ detection floor.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³E structure: [3] M. W. Doherty et al., Phys. Rep. 528, 1 (2013).   Contrasts and detection chain: this 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Above 103 K the control stops inducing transparency and starts inducing absorption.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Result 4: Sign reversal at 103 K</a:t>
            </a:r>
          </a:p>
        </p:txBody>
      </p:sp>
      <p:pic>
        <p:nvPicPr>
          <p:cNvPr id="4" name="Picture 3" descr="sf_line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7" y="1481328"/>
            <a:ext cx="4379456" cy="33467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00016" y="1481328"/>
            <a:ext cx="4315968" cy="157276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Why this matters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No Autler–Townes mechanism gives a sign change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So it directly tests the interference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16" y="3255264"/>
            <a:ext cx="4315968" cy="1572768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Where it happens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T_sign = </a:t>
            </a:r>
            <a:r>
              <a:rPr sz="1800" b="1" i="0">
                <a:solidFill>
                  <a:srgbClr val="C00000"/>
                </a:solidFill>
                <a:latin typeface="Arial"/>
              </a:rPr>
              <a:t>103 [97, 108] K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555555"/>
                </a:solidFill>
                <a:latin typeface="Arial"/>
              </a:rPr>
              <a:t>full Liouvillian, 68 % interval, 80 samples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555555"/>
                </a:solidFill>
                <a:latin typeface="Arial"/>
              </a:rPr>
              <a:t>reduced kernel not trusted above 90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Peak contrast turns negative between 100 and 105 K above 0.15 T; at 105 K the transmission signal is −1.2×10⁻⁵.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Induced absorption in Λ systems: [12] P. Valente, H. Failache and A. Lezama, Phys. Rev. A 67, 013806 (2003).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The transverse field is a switch that opens the pathway, not a dial that buys temperature.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Result 5: The role of the transverse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B⊥ (T)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3936" y="1481328"/>
            <a:ext cx="1463040" cy="566928"/>
          </a:xfrm>
          <a:prstGeom prst="roundRect">
            <a:avLst>
              <a:gd name="adj" fmla="val 6000"/>
            </a:avLst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T₁% (K)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8416" y="1481328"/>
            <a:ext cx="2331720" cy="566928"/>
          </a:xfrm>
          <a:prstGeom prst="roundRect">
            <a:avLst>
              <a:gd name="adj" fmla="val 6000"/>
            </a:avLst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verdict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2103120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0 – 0.10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103120"/>
            <a:ext cx="1463040" cy="56692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27 – 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6" y="2103120"/>
            <a:ext cx="2331720" cy="56692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no usable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" y="2724912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0.15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3936" y="2724912"/>
            <a:ext cx="1463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70.3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2724912"/>
            <a:ext cx="23317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window opens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3346704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0.2323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73936" y="3346704"/>
            <a:ext cx="1463040" cy="56692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71.1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3346704"/>
            <a:ext cx="2331720" cy="56692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3968496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0.50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73936" y="3968496"/>
            <a:ext cx="1463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69.7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8416" y="3968496"/>
            <a:ext cx="23317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1A1A1A"/>
                </a:solidFill>
                <a:latin typeface="Arial"/>
              </a:rPr>
              <a:t>no further 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572768"/>
            <a:ext cx="3255264" cy="31089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0 → 0.15 T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boundary jumps by 40 K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0.15 → 0.50 T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1" i="0">
                <a:solidFill>
                  <a:srgbClr val="C00000"/>
                </a:solidFill>
                <a:latin typeface="Arial"/>
              </a:rPr>
              <a:t>boundary moves &lt; 2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The field is required to have a channel at all; once open, the upper temperature is set by dissipation, not by the field.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Ground-state Zeeman structure: [3] M. W. Doherty et al., Phys. Rep. 528, 1 (2013).   Boundaries: this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063240"/>
            <a:ext cx="7918704" cy="10058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800" b="1" i="0">
                <a:solidFill>
                  <a:srgbClr val="7F96C2"/>
                </a:solidFill>
                <a:latin typeface="Arial"/>
              </a:rPr>
              <a:t>IV.  </a:t>
            </a:r>
            <a:r>
              <a:rPr sz="2800" b="1" i="0">
                <a:solidFill>
                  <a:srgbClr val="1C3077"/>
                </a:solidFill>
                <a:latin typeface="Arial"/>
              </a:rPr>
              <a:t>Discussion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The decisive measurement is following the fringe through zero at 103 K.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Discussion 1: What to measure</a:t>
            </a:r>
          </a:p>
        </p:txBody>
      </p:sp>
      <p:pic>
        <p:nvPicPr>
          <p:cNvPr id="4" name="Picture 3" descr="sf_observ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" y="1481328"/>
            <a:ext cx="5202936" cy="33455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04688" y="1481328"/>
            <a:ext cx="3511296" cy="157276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Where to look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30–90 K at 0.15 T, 20–95 K above 0.3 T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Transmission or fluorescence both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3255264"/>
            <a:ext cx="3511296" cy="1572768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The decisive measurement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Follow the fringe through zero at 103 K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1.6 s at 105 K, 5.6 s at 110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Transmission is detectable to 110 K, fluorescence to 105 K; past 120 K technical noise blocks detection outright.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Ensemble EIT magnetometry, from which the detection chain is taken: [4] V. M. Acosta et al., Phys. Rev. Lett. 110, 213605 (2013).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Room temperature fails because a thermalising orbital mode destroys the Raman path.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Discussion 2: Why room temperature fails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8887968" cy="141732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The mechanism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A jump inside the excited manifold conserves population but acts on every optical coherence as </a:t>
            </a:r>
            <a:r>
              <a:rPr sz="1600" b="1" i="0">
                <a:solidFill>
                  <a:srgbClr val="C00000"/>
                </a:solidFill>
                <a:latin typeface="Arial"/>
              </a:rPr>
              <a:t>pure loss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 Phonon hopping Eₓ ↔ Eᵧ therefore decoheres the pathway while removing no population.  Rate entering the coherence equation: Γₓᵧ / 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" y="3035808"/>
            <a:ext cx="4315968" cy="179222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What NV would need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Freeze out the orbital dynamics, or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Push the branch splitting far above kT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Neither is available in bulk NV at 300 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16" y="3035808"/>
            <a:ext cx="4315968" cy="1792224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555555"/>
                </a:solidFill>
                <a:latin typeface="Arial"/>
              </a:rPr>
              <a:t>Back to group-IV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Orbital Λ: no spin-overlap obstruction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But orbital coherence damped by single phonons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Strain and spin–orbit splitting are the levers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The obstruction is a thermalising orbital degree of freedom in the excited manifold, not the spin dephasing usually blamed.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Orbital averaging and phonon coupling: [13] G. Thiering and A. Gali, Phys. Rev. B 96, 081115 (2017).   [14] K. D. Jahnke et al., New J. Phys. 17, 043011 (2015).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We have fixed the operating window and found a falsifiable prediction to test this year.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Summary and next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8887968" cy="84124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1.  </a:t>
            </a:r>
            <a:r>
              <a:rPr sz="1800" b="1" i="0">
                <a:solidFill>
                  <a:srgbClr val="1C3077"/>
                </a:solidFill>
                <a:latin typeface="Arial"/>
              </a:rPr>
              <a:t>Bounded island</a:t>
            </a:r>
          </a:p>
          <a:p>
            <a:r>
              <a:rPr sz="1600" b="0" i="0">
                <a:solidFill>
                  <a:srgbClr val="1A1A1A"/>
                </a:solidFill>
                <a:latin typeface="Arial"/>
              </a:rPr>
              <a:t>Transparency needs B⊥ ≳ 0.15 T, and runs 30–90 K at that field, 20–95 K above 0.3 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" y="2359152"/>
            <a:ext cx="8887968" cy="84124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2.  </a:t>
            </a:r>
            <a:r>
              <a:rPr sz="1800" b="1" i="0">
                <a:solidFill>
                  <a:srgbClr val="1C3077"/>
                </a:solidFill>
                <a:latin typeface="Arial"/>
              </a:rPr>
              <a:t>Room temperature: no</a:t>
            </a:r>
          </a:p>
          <a:p>
            <a:r>
              <a:rPr sz="1600" b="0" i="0">
                <a:solidFill>
                  <a:srgbClr val="1A1A1A"/>
                </a:solidFill>
                <a:latin typeface="Arial"/>
              </a:rPr>
              <a:t>Residual contrast 1.1×10⁻⁹, wrong sign, undetectable at any integration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3236976"/>
            <a:ext cx="8887968" cy="841248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1C3077"/>
                </a:solidFill>
                <a:latin typeface="Arial"/>
              </a:rPr>
              <a:t>3.  </a:t>
            </a:r>
            <a:r>
              <a:rPr sz="1800" b="1" i="0">
                <a:solidFill>
                  <a:srgbClr val="1C3077"/>
                </a:solidFill>
                <a:latin typeface="Arial"/>
              </a:rPr>
              <a:t>Sign reversal at 103 K</a:t>
            </a:r>
          </a:p>
          <a:p>
            <a:r>
              <a:rPr sz="1600" b="0" i="0">
                <a:solidFill>
                  <a:srgbClr val="1A1A1A"/>
                </a:solidFill>
                <a:latin typeface="Arial"/>
              </a:rPr>
              <a:t>Control-induced absorption above 103 [97, 108] K — measurable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4114800"/>
            <a:ext cx="8887968" cy="713232"/>
          </a:xfrm>
          <a:prstGeom prst="roundRect">
            <a:avLst>
              <a:gd name="adj" fmla="val 6000"/>
            </a:avLst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800" b="1" i="0">
                <a:solidFill>
                  <a:srgbClr val="D8E2F3"/>
                </a:solidFill>
                <a:latin typeface="Arial"/>
              </a:rPr>
              <a:t>Next: 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measure within the year and test the predicted window and the sign reversal against experiment.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PRA manuscript complete; six figures and all numerical gates recorded and reproducible from the repository.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All contrasts, boundaries and integration times: this work, full 9-level Lindblad generator.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063240"/>
            <a:ext cx="7918704" cy="100584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800" b="1" i="0">
                <a:solidFill>
                  <a:srgbClr val="7F96C2"/>
                </a:solidFill>
                <a:latin typeface="Arial"/>
              </a:rPr>
              <a:t>S.  </a:t>
            </a:r>
            <a:r>
              <a:rPr sz="2800" b="1" i="0">
                <a:solidFill>
                  <a:srgbClr val="1C3077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The criterion rests on a small set of theorems, each provable with first-course linear algebra.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Appendix 1: Theorems behind the criterion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" y="1481328"/>
            <a:ext cx="888796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Thm 1A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Optical dark subspace has dimension N_g − rank Ω; basis independent.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" y="1892808"/>
            <a:ext cx="888796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Thm 1B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Stationary iff it is an eigenvector of every jump operator and of H_eff.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" y="2304288"/>
            <a:ext cx="888796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Thm 2A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The weak-probe response is an exact Schur complement.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" y="2715768"/>
            <a:ext cx="888796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Thm 2B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δχₛ = 0 ⇔ K₁₂K₂₁ = 0.  This, not χ_full = 0, is the no-go.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" y="3127248"/>
            <a:ext cx="888796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Thm 3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Under fast damping the first non-zero path moment fixes the power of 1/Γ.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" y="3538728"/>
            <a:ext cx="888796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Thm 4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Finitely many moments certify an all-orders exact zero (Cayley–Hamilton).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" y="3950208"/>
            <a:ext cx="888796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Thm 5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Sector symmetry forces an identically vanishing transfer.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" y="4361688"/>
            <a:ext cx="8887968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600" b="1" i="0">
                <a:solidFill>
                  <a:srgbClr val="1C3077"/>
                </a:solidFill>
                <a:latin typeface="Arial"/>
              </a:rPr>
              <a:t>Thm 6 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Singular damping leaves an O(1) protected channel in ker 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Full statements and proofs are in the group's theory note; the manuscript uses 2A, 2B and the rate map only.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Dark-state classification: [6] D. Finkelstein-Shapiro et al., Phys. Rev. A 99, 053829 (2019).   Morris–Shore: [15] J. R. Morris and B. W. Shore, Phys. Rev. A 27, 906 (1983).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The reduced kernel reproduces boundary temperatures but not contrast magnitudes.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Appendix 2: Reduced kernel vs full Liouvillian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" y="1481328"/>
            <a:ext cx="8887968" cy="16459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Compared against the full Liouvillian on 108 grid points: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47 agree within 10 %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</a:t>
            </a:r>
            <a:r>
              <a:rPr sz="1600" b="1" i="0">
                <a:solidFill>
                  <a:srgbClr val="C00000"/>
                </a:solidFill>
                <a:latin typeface="Arial"/>
              </a:rPr>
              <a:t>13 disagree in sign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Failures are structured, not random: below 40 K the reduced kernel reports transparency where the full model reports absorption; above 90 K no field agrees within 10 %.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Threshold temperatures still agree — the bands overlap, medians shifted by ≈ 3 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" y="3200400"/>
            <a:ext cx="8887968" cy="1627632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How the manuscript uses this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Every contrast magnitude quoted comes from the full Liouvillian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The reduced kernel is used only for threshold locations, re-derived with the full model as a check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Truncation (singlet, hyperfine) shifts contrast by ≤ 30 %, never the 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Reduced-vs-full agreement is 47/108 points within 10 % with 13 sign disagreements, concentrated below 40 K and above 90 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Full 9-level generator built from [3] M. W. Doherty et al., Phys. Rep. 528, 1 (2013).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The quadratic law is confirmed at the warm end of the island, not at the cold end.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Appendix 3: Transverse-field exponent</a:t>
            </a:r>
          </a:p>
        </p:txBody>
      </p:sp>
      <p:pic>
        <p:nvPicPr>
          <p:cNvPr id="4" name="Picture 3" descr="sf_bpe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" y="1620066"/>
            <a:ext cx="8887968" cy="30692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85 K gives n = 2.11 ± 0.08, stable against the fitting cutoff; at 55 and 70 K the exponent drifts and is not determined.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Expected C = C_res + a B⊥² from one symmetry-breaking insertion per Λ leg; ground-state mixing scale γₑB = D_gs from [3].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We separate EIT from Autler–Townes by model comparison rather than by eye.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Appendix 4: EIT vs Autler–Townes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" y="1481328"/>
            <a:ext cx="4315968" cy="1874519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1C3077"/>
                </a:solidFill>
                <a:latin typeface="Arial"/>
              </a:rPr>
              <a:t>EIT model (interference)</a:t>
            </a:r>
          </a:p>
          <a:p>
            <a:pPr>
              <a:spcBef>
                <a:spcPts val="7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A = C₊²/(γ₊²+δ²) − C₋²/(γ₋²+δ²)</a:t>
            </a:r>
          </a:p>
          <a:p>
            <a:pPr>
              <a:spcBef>
                <a:spcPts val="700"/>
              </a:spcBef>
            </a:pPr>
            <a:r>
              <a:rPr sz="1600" b="0" i="1">
                <a:solidFill>
                  <a:srgbClr val="555555"/>
                </a:solidFill>
                <a:latin typeface="Arial"/>
              </a:rPr>
              <a:t>a narrow window inside a broad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0016" y="1481328"/>
            <a:ext cx="4315968" cy="1874519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700" b="1" i="0">
                <a:solidFill>
                  <a:srgbClr val="555555"/>
                </a:solidFill>
                <a:latin typeface="Arial"/>
              </a:rPr>
              <a:t>ATS model (doublet)</a:t>
            </a:r>
          </a:p>
          <a:p>
            <a:pPr>
              <a:spcBef>
                <a:spcPts val="700"/>
              </a:spcBef>
            </a:pPr>
            <a:r>
              <a:rPr sz="1600" b="0" i="0">
                <a:solidFill>
                  <a:srgbClr val="1A1A1A"/>
                </a:solidFill>
                <a:latin typeface="Arial"/>
              </a:rPr>
              <a:t>A = C²[1/(γ²+(δ−δ₀)²) + 1/(γ²+(δ+δ₀)²)]</a:t>
            </a:r>
          </a:p>
          <a:p>
            <a:pPr>
              <a:spcBef>
                <a:spcPts val="700"/>
              </a:spcBef>
            </a:pPr>
            <a:r>
              <a:rPr sz="1600" b="0" i="1">
                <a:solidFill>
                  <a:srgbClr val="555555"/>
                </a:solidFill>
                <a:latin typeface="Arial"/>
              </a:rPr>
              <a:t>two dressed-state peaks, no interference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" y="3520440"/>
            <a:ext cx="8887968" cy="130759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Both fitted to the same computed spectrum, together with Lorentzian and Fano alternatives.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Verdict from ΔAIC = IC_ATS − IC_EIT with a fixed robust gate at |ΔAIC| ≥ 6, unchanged under 60 noise bootstraps and 30 randomised fit initialisations.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Following Anisimov, Dowling and Sanders, PRL 107, 163604 (2011); the classification is stable at every temperature tested.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[9] P. M. Anisimov, J. P. Dowling and B. C. Sanders, Phys. Rev. Lett. 107, 163604 (2011).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100584"/>
            <a:ext cx="7479792" cy="69494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/>
            <a:r>
              <a:rPr sz="2000" b="1" i="0">
                <a:solidFill>
                  <a:srgbClr val="1C3077"/>
                </a:solidFill>
                <a:latin typeface="Arial"/>
              </a:rPr>
              <a:t>One detection chain at every temperature makes the comparison measure physics, not geometry.</a:t>
            </a:r>
          </a:p>
        </p:txBody>
      </p:sp>
      <p:sp>
        <p:nvSpPr>
          <p:cNvPr id="3" name="TitleLine"/>
          <p:cNvSpPr txBox="1"/>
          <p:nvPr/>
        </p:nvSpPr>
        <p:spPr>
          <a:xfrm>
            <a:off x="128016" y="859536"/>
            <a:ext cx="8887968" cy="4572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Arial"/>
              </a:rPr>
              <a:t>Appendix 5: Detection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" y="1481328"/>
            <a:ext cx="8887968" cy="1371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The sector cross-section grows as the optical line narrows: a fixed sample is OD ≈ 16 at 10 K and OD ≈ 0.04 at 300 K.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Primary axis is therefore the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OD-matched sample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(sector OD = 1); the fixed 1 ppm / 0.5 mm sample is reported alongside.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" y="3017520"/>
            <a:ext cx="2139696" cy="78638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λ 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637 nm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3017520"/>
            <a:ext cx="2139696" cy="78638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Debye–Waller 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0.030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6864" y="3017520"/>
            <a:ext cx="2139696" cy="78638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γ_inh 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30 GHz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3017520"/>
            <a:ext cx="2139696" cy="78638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probe power 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1 μW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" y="3913631"/>
            <a:ext cx="2139696" cy="78638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η detect 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3913631"/>
            <a:ext cx="2139696" cy="78638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σ_tech 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10⁻⁶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3913631"/>
            <a:ext cx="2139696" cy="78638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target SNR 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76288" y="3913631"/>
            <a:ext cx="2139696" cy="786384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ceiling   </a:t>
            </a:r>
            <a:r>
              <a:rPr sz="1600" b="1" i="0">
                <a:solidFill>
                  <a:srgbClr val="1C3077"/>
                </a:solidFill>
                <a:latin typeface="Arial"/>
              </a:rPr>
              <a:t>24 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4919472"/>
            <a:ext cx="8887968" cy="73152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36576" bIns="36576"/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</a:rPr>
              <a:t>Where the archived conversions disagreed (70 K and 300 K), the conservative value was taken and the disagreement recorded.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" y="5870448"/>
            <a:ext cx="8887968" cy="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fBand"/>
          <p:cNvSpPr txBox="1"/>
          <p:nvPr/>
        </p:nvSpPr>
        <p:spPr>
          <a:xfrm>
            <a:off x="128016" y="5916168"/>
            <a:ext cx="83210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Debye–Waller factor, inhomogeneous width and ensemble geometry: [4] V. M. Acosta et al., Phys. Rev. Lett. 110, 213605 (2013).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rgbClr val="FFFFFF"/>
      </a:dk1>
      <a:lt1>
        <a:srgbClr val="000000"/>
      </a:lt1>
      <a:dk2>
        <a:srgbClr val="7F96C2"/>
      </a:dk2>
      <a:lt2>
        <a:srgbClr val="1C3077"/>
      </a:lt2>
      <a:accent1>
        <a:srgbClr val="E97979"/>
      </a:accent1>
      <a:accent2>
        <a:srgbClr val="F8A088"/>
      </a:accent2>
      <a:accent3>
        <a:srgbClr val="EDC669"/>
      </a:accent3>
      <a:accent4>
        <a:srgbClr val="81BD5F"/>
      </a:accent4>
      <a:accent5>
        <a:srgbClr val="59A36C"/>
      </a:accent5>
      <a:accent6>
        <a:srgbClr val="999999"/>
      </a:accent6>
      <a:hlink>
        <a:srgbClr val="707070"/>
      </a:hlink>
      <a:folHlink>
        <a:srgbClr val="999999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>
        <a:noAutofit/>
      </a:bodyPr>
      <a:lstStyle>
        <a:defPPr algn="l"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7338</TotalTime>
  <Words>808</Words>
  <Application>Microsoft Office PowerPoint</Application>
  <PresentationFormat>画面に合わせる (4:3)</PresentationFormat>
  <Paragraphs>214</Paragraphs>
  <Slides>48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48</vt:i4>
      </vt:variant>
    </vt:vector>
  </HeadingPairs>
  <TitlesOfParts>
    <vt:vector size="55" baseType="lpstr">
      <vt:lpstr>Microsoft YaHei</vt:lpstr>
      <vt:lpstr>Yu Gothic Medium</vt:lpstr>
      <vt:lpstr>游ゴシック</vt:lpstr>
      <vt:lpstr>游ゴシック</vt:lpstr>
      <vt:lpstr>游ゴシック Medium</vt:lpstr>
      <vt:lpstr>Arial</vt:lpstr>
      <vt:lpstr>Office テーマ</vt:lpstr>
      <vt:lpstr>PowerPoint プレゼンテーション</vt:lpstr>
      <vt:lpstr>パワーポイントテンプレート構成</vt:lpstr>
      <vt:lpstr>1.表紙+中表紙(4パターン)</vt:lpstr>
      <vt:lpstr>表紙+中表紙</vt:lpstr>
      <vt:lpstr>PowerPoint プレゼンテーション</vt:lpstr>
      <vt:lpstr>A</vt:lpstr>
      <vt:lpstr>PowerPoint プレゼンテーション</vt:lpstr>
      <vt:lpstr>タイトル　游ゴシック/Bold</vt:lpstr>
      <vt:lpstr>タイトル　游ゴシック/Bold</vt:lpstr>
      <vt:lpstr>PowerPoint プレゼンテーション</vt:lpstr>
      <vt:lpstr>B</vt:lpstr>
      <vt:lpstr>PowerPoint プレゼンテーション</vt:lpstr>
      <vt:lpstr>タイトル 游ゴシック/Bold</vt:lpstr>
      <vt:lpstr>タイトル 游ゴシック/Bold</vt:lpstr>
      <vt:lpstr>PowerPoint プレゼンテーション</vt:lpstr>
      <vt:lpstr>C</vt:lpstr>
      <vt:lpstr>PowerPoint プレゼンテーション</vt:lpstr>
      <vt:lpstr>タイトル 游ゴシック/Bold</vt:lpstr>
      <vt:lpstr>タイトル 游ゴシック/Bold</vt:lpstr>
      <vt:lpstr>PowerPoint プレゼンテーション</vt:lpstr>
      <vt:lpstr>D</vt:lpstr>
      <vt:lpstr>PowerPoint プレゼンテーション</vt:lpstr>
      <vt:lpstr>タイトル　游ゴシック/Bold</vt:lpstr>
      <vt:lpstr>タイトル　游ゴシック/Bold</vt:lpstr>
      <vt:lpstr>2. 目次ページ（全パターン共通）</vt:lpstr>
      <vt:lpstr>目次　游ゴシック/Bold</vt:lpstr>
      <vt:lpstr>3. コンテンツページ（全パターン共通）</vt:lpstr>
      <vt:lpstr>コンテンツページ</vt:lpstr>
      <vt:lpstr>タイトル　游ゴシック/Bold</vt:lpstr>
      <vt:lpstr>タイトル　游ゴシック/Bold</vt:lpstr>
      <vt:lpstr>タイトル　游ゴシック/Bold</vt:lpstr>
      <vt:lpstr>タイトル　游ゴシック/Bold</vt:lpstr>
      <vt:lpstr>タイトル　游ゴシック/Bold</vt:lpstr>
      <vt:lpstr>タイトル　游ゴシック/Bold</vt:lpstr>
      <vt:lpstr>タイトル　游ゴシック/Bold</vt:lpstr>
      <vt:lpstr>タイトル　游ゴシック/Bold</vt:lpstr>
      <vt:lpstr>4.フォントについて</vt:lpstr>
      <vt:lpstr>フォントについて</vt:lpstr>
      <vt:lpstr>5.カラーについて</vt:lpstr>
      <vt:lpstr>カラーについて</vt:lpstr>
      <vt:lpstr>カラーについて</vt:lpstr>
      <vt:lpstr>6.参考レイアウト例</vt:lpstr>
      <vt:lpstr>PowerPoint プレゼンテーション</vt:lpstr>
      <vt:lpstr>グラフ図表事例</vt:lpstr>
      <vt:lpstr>グラフ図表事例</vt:lpstr>
      <vt:lpstr>PowerPoint プレゼンテーション</vt:lpstr>
      <vt:lpstr>組織図表例</vt:lpstr>
      <vt:lpstr>組織図表例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Science Tokyo</dc:creator>
  <cp:lastModifiedBy>Science Tokyo広報課</cp:lastModifiedBy>
  <cp:revision>150</cp:revision>
  <dcterms:created xsi:type="dcterms:W3CDTF">2024-05-02T13:19:49Z</dcterms:created>
  <dcterms:modified xsi:type="dcterms:W3CDTF">2026-05-04T11:56:59Z</dcterms:modified>
</cp:coreProperties>
</file>