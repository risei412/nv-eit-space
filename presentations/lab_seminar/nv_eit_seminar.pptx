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5" r:id="rId1"/>
  </p:sldMasterIdLst>
  <p:notesMasterIdLst>
    <p:notesMasterId r:id="rId50"/>
  </p:notesMasterIdLst>
  <p:handoutMasterIdLst>
    <p:handoutMasterId r:id="rId51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8EAF1"/>
    <a:srgbClr val="999999"/>
    <a:srgbClr val="F2F4F9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896"/>
    <p:restoredTop sz="96786"/>
  </p:normalViewPr>
  <p:slideViewPr>
    <p:cSldViewPr snapToGrid="0">
      <p:cViewPr varScale="1">
        <p:scale>
          <a:sx n="113" d="100"/>
          <a:sy n="113" d="100"/>
        </p:scale>
        <p:origin x="1482" y="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93" d="100"/>
          <a:sy n="93" d="100"/>
        </p:scale>
        <p:origin x="2384" y="216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50" Type="http://schemas.openxmlformats.org/officeDocument/2006/relationships/notesMaster" Target="notesMasters/notesMaster1.xml"/><Relationship Id="rId51" Type="http://schemas.openxmlformats.org/officeDocument/2006/relationships/handoutMaster" Target="handoutMasters/handoutMaster1.xml"/><Relationship Id="rId52" Type="http://schemas.openxmlformats.org/officeDocument/2006/relationships/presProps" Target="presProps.xml"/><Relationship Id="rId53" Type="http://schemas.openxmlformats.org/officeDocument/2006/relationships/viewProps" Target="viewProps.xml"/><Relationship Id="rId54" Type="http://schemas.openxmlformats.org/officeDocument/2006/relationships/theme" Target="theme/theme1.xml"/><Relationship Id="rId55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>
            <a:extLst>
              <a:ext uri="{FF2B5EF4-FFF2-40B4-BE49-F238E27FC236}">
                <a16:creationId xmlns:a16="http://schemas.microsoft.com/office/drawing/2014/main" id="{5C8B29A1-D60A-0CDF-F87E-A91193857E4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C86300C8-F547-1439-CC94-024EE0EAABA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584377-9178-4545-8E21-D27730FE5A2F}" type="datetimeFigureOut">
              <a:rPr kumimoji="1" lang="ja-JP" altLang="en-US" smtClean="0"/>
              <a:t>2026/5/4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B9EDF173-C6B7-3402-15CB-54FD6276F6B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E025A5F-C092-C9EC-08C2-33CD7383255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DC7DC4-3E11-4D45-A542-1D8B1C744D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36829710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254DE91-F736-AB48-81FA-0DBC1D2288D3}" type="datetimeFigureOut">
              <a:rPr kumimoji="1" lang="ja-JP" altLang="en-US" smtClean="0"/>
              <a:t>2026/5/4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CB0E78-FB0F-2646-A98F-B55C16366C9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554664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9140" rtl="0" eaLnBrk="1" latinLnBrk="0" hangingPunct="1">
      <a:defRPr kumimoji="1" sz="1600" kern="1200">
        <a:solidFill>
          <a:schemeClr val="tx1"/>
        </a:solidFill>
        <a:latin typeface="+mn-lt"/>
        <a:ea typeface="+mn-ea"/>
        <a:cs typeface="+mn-cs"/>
      </a:defRPr>
    </a:lvl1pPr>
    <a:lvl2pPr marL="609570" algn="l" defTabSz="1219140" rtl="0" eaLnBrk="1" latinLnBrk="0" hangingPunct="1">
      <a:defRPr kumimoji="1" sz="1600" kern="1200">
        <a:solidFill>
          <a:schemeClr val="tx1"/>
        </a:solidFill>
        <a:latin typeface="+mn-lt"/>
        <a:ea typeface="+mn-ea"/>
        <a:cs typeface="+mn-cs"/>
      </a:defRPr>
    </a:lvl2pPr>
    <a:lvl3pPr marL="1219140" algn="l" defTabSz="1219140" rtl="0" eaLnBrk="1" latinLnBrk="0" hangingPunct="1">
      <a:defRPr kumimoji="1" sz="1600" kern="1200">
        <a:solidFill>
          <a:schemeClr val="tx1"/>
        </a:solidFill>
        <a:latin typeface="+mn-lt"/>
        <a:ea typeface="+mn-ea"/>
        <a:cs typeface="+mn-cs"/>
      </a:defRPr>
    </a:lvl3pPr>
    <a:lvl4pPr marL="1828709" algn="l" defTabSz="1219140" rtl="0" eaLnBrk="1" latinLnBrk="0" hangingPunct="1">
      <a:defRPr kumimoji="1" sz="1600" kern="1200">
        <a:solidFill>
          <a:schemeClr val="tx1"/>
        </a:solidFill>
        <a:latin typeface="+mn-lt"/>
        <a:ea typeface="+mn-ea"/>
        <a:cs typeface="+mn-cs"/>
      </a:defRPr>
    </a:lvl4pPr>
    <a:lvl5pPr marL="2438278" algn="l" defTabSz="1219140" rtl="0" eaLnBrk="1" latinLnBrk="0" hangingPunct="1">
      <a:defRPr kumimoji="1" sz="1600" kern="1200">
        <a:solidFill>
          <a:schemeClr val="tx1"/>
        </a:solidFill>
        <a:latin typeface="+mn-lt"/>
        <a:ea typeface="+mn-ea"/>
        <a:cs typeface="+mn-cs"/>
      </a:defRPr>
    </a:lvl5pPr>
    <a:lvl6pPr marL="3047848" algn="l" defTabSz="1219140" rtl="0" eaLnBrk="1" latinLnBrk="0" hangingPunct="1">
      <a:defRPr kumimoji="1" sz="1600" kern="1200">
        <a:solidFill>
          <a:schemeClr val="tx1"/>
        </a:solidFill>
        <a:latin typeface="+mn-lt"/>
        <a:ea typeface="+mn-ea"/>
        <a:cs typeface="+mn-cs"/>
      </a:defRPr>
    </a:lvl6pPr>
    <a:lvl7pPr marL="3657418" algn="l" defTabSz="1219140" rtl="0" eaLnBrk="1" latinLnBrk="0" hangingPunct="1">
      <a:defRPr kumimoji="1" sz="1600" kern="1200">
        <a:solidFill>
          <a:schemeClr val="tx1"/>
        </a:solidFill>
        <a:latin typeface="+mn-lt"/>
        <a:ea typeface="+mn-ea"/>
        <a:cs typeface="+mn-cs"/>
      </a:defRPr>
    </a:lvl7pPr>
    <a:lvl8pPr marL="4266987" algn="l" defTabSz="1219140" rtl="0" eaLnBrk="1" latinLnBrk="0" hangingPunct="1">
      <a:defRPr kumimoji="1" sz="1600" kern="1200">
        <a:solidFill>
          <a:schemeClr val="tx1"/>
        </a:solidFill>
        <a:latin typeface="+mn-lt"/>
        <a:ea typeface="+mn-ea"/>
        <a:cs typeface="+mn-cs"/>
      </a:defRPr>
    </a:lvl8pPr>
    <a:lvl9pPr marL="4876557" algn="l" defTabSz="1219140" rtl="0" eaLnBrk="1" latinLnBrk="0" hangingPunct="1">
      <a:defRPr kumimoji="1"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g"/><Relationship Id="rId3" Type="http://schemas.openxmlformats.org/officeDocument/2006/relationships/image" Target="../media/image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g"/><Relationship Id="rId3" Type="http://schemas.openxmlformats.org/officeDocument/2006/relationships/image" Target="../media/image2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g"/><Relationship Id="rId3" Type="http://schemas.openxmlformats.org/officeDocument/2006/relationships/image" Target="../media/image2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jpg"/><Relationship Id="rId3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-タイトルスライド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248AE955-DDBB-C47B-F23E-FE060947991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4468"/>
            <a:ext cx="9144000" cy="6858000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0F86E2D7-7E76-880B-CECB-8D39F05EB28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53175" y="5046912"/>
            <a:ext cx="2340000" cy="475218"/>
          </a:xfrm>
          <a:prstGeom prst="rect">
            <a:avLst/>
          </a:prstGeom>
        </p:spPr>
      </p:pic>
      <p:sp>
        <p:nvSpPr>
          <p:cNvPr id="11" name="テキスト プレースホルダー 10">
            <a:extLst>
              <a:ext uri="{FF2B5EF4-FFF2-40B4-BE49-F238E27FC236}">
                <a16:creationId xmlns:a16="http://schemas.microsoft.com/office/drawing/2014/main" id="{A6F4FF0C-8CF0-33F2-B512-A88CC27D3F2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84175" y="3248644"/>
            <a:ext cx="5517984" cy="311227"/>
          </a:xfrm>
          <a:prstGeom prst="rect">
            <a:avLst/>
          </a:prstGeom>
        </p:spPr>
        <p:txBody>
          <a:bodyPr anchor="t" anchorCtr="0"/>
          <a:lstStyle>
            <a:lvl1pPr marL="0" indent="0">
              <a:lnSpc>
                <a:spcPts val="1320"/>
              </a:lnSpc>
              <a:spcBef>
                <a:spcPts val="0"/>
              </a:spcBef>
              <a:buNone/>
              <a:defRPr sz="1600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ja-JP" altLang="en-US"/>
              <a:t>氏名</a:t>
            </a:r>
            <a:r>
              <a:rPr lang="en-US" altLang="ja-JP" dirty="0"/>
              <a:t> </a:t>
            </a:r>
            <a:r>
              <a:rPr lang="ja-JP" altLang="en-US"/>
              <a:t>　　游ゴシック</a:t>
            </a:r>
            <a:r>
              <a:rPr lang="en-US" altLang="ja-JP" dirty="0"/>
              <a:t>/ Bold</a:t>
            </a:r>
            <a:endParaRPr lang="ja-JP" altLang="en-US"/>
          </a:p>
        </p:txBody>
      </p:sp>
      <p:sp>
        <p:nvSpPr>
          <p:cNvPr id="13" name="コンテンツ プレースホルダー 12">
            <a:extLst>
              <a:ext uri="{FF2B5EF4-FFF2-40B4-BE49-F238E27FC236}">
                <a16:creationId xmlns:a16="http://schemas.microsoft.com/office/drawing/2014/main" id="{D2E401BD-87C1-1DCE-8576-0AC64CBA8293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53046" y="1462632"/>
            <a:ext cx="8059154" cy="127040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4860"/>
              </a:lnSpc>
              <a:spcBef>
                <a:spcPts val="0"/>
              </a:spcBef>
              <a:buNone/>
              <a:defRPr sz="3800" b="1">
                <a:solidFill>
                  <a:schemeClr val="bg1"/>
                </a:solidFill>
                <a:latin typeface="+mn-lt"/>
              </a:defRPr>
            </a:lvl1pPr>
            <a:lvl2pPr>
              <a:defRPr b="1">
                <a:latin typeface="+mn-lt"/>
              </a:defRPr>
            </a:lvl2pPr>
            <a:lvl3pPr>
              <a:defRPr b="1">
                <a:latin typeface="+mn-lt"/>
              </a:defRPr>
            </a:lvl3pPr>
            <a:lvl4pPr>
              <a:defRPr b="1">
                <a:latin typeface="+mn-lt"/>
              </a:defRPr>
            </a:lvl4pPr>
            <a:lvl5pPr>
              <a:defRPr b="1">
                <a:latin typeface="+mn-lt"/>
              </a:defRPr>
            </a:lvl5pPr>
          </a:lstStyle>
          <a:p>
            <a:pPr lvl="0"/>
            <a:r>
              <a:rPr kumimoji="1" lang="ja-JP" altLang="en-US"/>
              <a:t>タイトルタイトル</a:t>
            </a:r>
            <a:endParaRPr kumimoji="1" lang="en-US" altLang="ja-JP" dirty="0"/>
          </a:p>
          <a:p>
            <a:pPr lvl="0"/>
            <a:r>
              <a:rPr kumimoji="1" lang="ja-JP" altLang="en-US"/>
              <a:t>游ゴシック</a:t>
            </a:r>
            <a:r>
              <a:rPr kumimoji="1" lang="en-US" altLang="ja-JP" dirty="0"/>
              <a:t>/Bold</a:t>
            </a:r>
          </a:p>
        </p:txBody>
      </p:sp>
      <p:sp>
        <p:nvSpPr>
          <p:cNvPr id="15" name="テキスト プレースホルダー 14">
            <a:extLst>
              <a:ext uri="{FF2B5EF4-FFF2-40B4-BE49-F238E27FC236}">
                <a16:creationId xmlns:a16="http://schemas.microsoft.com/office/drawing/2014/main" id="{041019AD-1682-0E91-7F04-404B6D4907E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96063" y="3603834"/>
            <a:ext cx="5517984" cy="1024311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248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r>
              <a:rPr lang="ja-JP" altLang="en-US"/>
              <a:t>役職・所属</a:t>
            </a:r>
            <a:r>
              <a:rPr lang="en-US" altLang="ja-JP" dirty="0"/>
              <a:t> </a:t>
            </a:r>
            <a:r>
              <a:rPr lang="ja-JP" altLang="en-US"/>
              <a:t>　</a:t>
            </a:r>
            <a:r>
              <a:rPr lang="en-US" altLang="ja-JP" dirty="0"/>
              <a:t>   </a:t>
            </a:r>
            <a:r>
              <a:rPr lang="ja-JP" altLang="en-US"/>
              <a:t>　</a:t>
            </a:r>
            <a:endParaRPr lang="en-US" altLang="ja-JP" dirty="0"/>
          </a:p>
          <a:p>
            <a:r>
              <a:rPr lang="ja-JP" altLang="en-US"/>
              <a:t>游ゴシック</a:t>
            </a:r>
            <a:r>
              <a:rPr lang="en-US" altLang="ja-JP" dirty="0"/>
              <a:t>/Bold</a:t>
            </a:r>
          </a:p>
        </p:txBody>
      </p:sp>
      <p:sp>
        <p:nvSpPr>
          <p:cNvPr id="18" name="テキスト プレースホルダー 17">
            <a:extLst>
              <a:ext uri="{FF2B5EF4-FFF2-40B4-BE49-F238E27FC236}">
                <a16:creationId xmlns:a16="http://schemas.microsoft.com/office/drawing/2014/main" id="{C20CF8AE-F19E-71AE-C76C-1EC88C4B030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206893" y="6552280"/>
            <a:ext cx="3792537" cy="238912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050" b="1">
                <a:latin typeface="+mn-lt"/>
              </a:defRPr>
            </a:lvl1pPr>
            <a:lvl2pPr marL="457200" indent="0">
              <a:buNone/>
              <a:defRPr sz="1050" b="1">
                <a:latin typeface="+mn-lt"/>
              </a:defRPr>
            </a:lvl2pPr>
            <a:lvl3pPr marL="914400" indent="0">
              <a:buNone/>
              <a:defRPr sz="1050" b="1">
                <a:latin typeface="+mn-lt"/>
              </a:defRPr>
            </a:lvl3pPr>
            <a:lvl4pPr marL="1371600" indent="0">
              <a:buNone/>
              <a:defRPr sz="1050" b="1">
                <a:latin typeface="+mn-lt"/>
              </a:defRPr>
            </a:lvl4pPr>
            <a:lvl5pPr marL="1828800" indent="0">
              <a:buNone/>
              <a:defRPr sz="1050" b="1">
                <a:latin typeface="+mn-lt"/>
              </a:defRPr>
            </a:lvl5pPr>
          </a:lstStyle>
          <a:p>
            <a:pPr marL="0" indent="0">
              <a:buNone/>
            </a:pPr>
            <a:r>
              <a:rPr lang="ja-JP" altLang="en-US" sz="1050" b="1">
                <a:solidFill>
                  <a:schemeClr val="bg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イベント名・日付　　游ゴシック</a:t>
            </a:r>
            <a:r>
              <a:rPr lang="en-US" altLang="ja-JP" sz="1050" b="1" dirty="0">
                <a:solidFill>
                  <a:schemeClr val="bg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/Bold</a:t>
            </a:r>
            <a:r>
              <a:rPr lang="ja-JP" altLang="en-US" sz="1050" b="1">
                <a:solidFill>
                  <a:schemeClr val="bg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　　　　　　</a:t>
            </a:r>
            <a:endParaRPr lang="en-US" altLang="ja-JP" sz="1050" b="1" dirty="0">
              <a:solidFill>
                <a:schemeClr val="bg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714555405"/>
      </p:ext>
    </p:extLst>
  </p:cSld>
  <p:clrMapOvr>
    <a:masterClrMapping/>
  </p:clrMapOvr>
  <p:extLst mod="1"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-中表紙スライド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図 19">
            <a:extLst>
              <a:ext uri="{FF2B5EF4-FFF2-40B4-BE49-F238E27FC236}">
                <a16:creationId xmlns:a16="http://schemas.microsoft.com/office/drawing/2014/main" id="{49C979E6-DD16-969B-A5E6-AD83E8851AA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ED231A7D-E205-C83A-49D5-2F9C2E5B309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42960" y="205578"/>
            <a:ext cx="1875600" cy="382475"/>
          </a:xfrm>
          <a:prstGeom prst="rect">
            <a:avLst/>
          </a:prstGeom>
        </p:spPr>
      </p:pic>
      <p:sp>
        <p:nvSpPr>
          <p:cNvPr id="2" name="タイトル 3">
            <a:extLst>
              <a:ext uri="{FF2B5EF4-FFF2-40B4-BE49-F238E27FC236}">
                <a16:creationId xmlns:a16="http://schemas.microsoft.com/office/drawing/2014/main" id="{160D7D41-E1B6-57FA-5E7D-425AEA6C3E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9067" y="3271773"/>
            <a:ext cx="7920038" cy="632640"/>
          </a:xfrm>
          <a:prstGeom prst="rect">
            <a:avLst/>
          </a:prstGeom>
        </p:spPr>
        <p:txBody>
          <a:bodyPr/>
          <a:lstStyle>
            <a:lvl1pPr>
              <a:defRPr sz="3400" b="1" i="0">
                <a:solidFill>
                  <a:schemeClr val="tx2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kumimoji="1" lang="ja-JP" altLang="en-US"/>
              <a:t>タイトル　游ゴシック</a:t>
            </a:r>
            <a:r>
              <a:rPr kumimoji="1" lang="en-US" altLang="ja-JP" dirty="0"/>
              <a:t>/Bold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5BA66D42-541A-BB9A-566C-A42C0DC4BC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E18FDDE-94D8-814A-BE53-9326731C5EAB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09700348"/>
      </p:ext>
    </p:extLst>
  </p:cSld>
  <p:clrMapOvr>
    <a:masterClrMapping/>
  </p:clrMapOvr>
  <p:extLst mod="1"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-中表紙スライド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図 19">
            <a:extLst>
              <a:ext uri="{FF2B5EF4-FFF2-40B4-BE49-F238E27FC236}">
                <a16:creationId xmlns:a16="http://schemas.microsoft.com/office/drawing/2014/main" id="{49C979E6-DD16-969B-A5E6-AD83E8851AA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2" name="図 1">
            <a:extLst>
              <a:ext uri="{FF2B5EF4-FFF2-40B4-BE49-F238E27FC236}">
                <a16:creationId xmlns:a16="http://schemas.microsoft.com/office/drawing/2014/main" id="{5563D4B2-3464-B45C-9184-A35F2565EEB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42960" y="205579"/>
            <a:ext cx="1872000" cy="380173"/>
          </a:xfrm>
          <a:prstGeom prst="rect">
            <a:avLst/>
          </a:prstGeom>
        </p:spPr>
      </p:pic>
      <p:sp>
        <p:nvSpPr>
          <p:cNvPr id="3" name="タイトル 3">
            <a:extLst>
              <a:ext uri="{FF2B5EF4-FFF2-40B4-BE49-F238E27FC236}">
                <a16:creationId xmlns:a16="http://schemas.microsoft.com/office/drawing/2014/main" id="{986E3611-D65C-5FA3-3FA2-1C0F50057A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9067" y="3271773"/>
            <a:ext cx="7920038" cy="632640"/>
          </a:xfrm>
          <a:prstGeom prst="rect">
            <a:avLst/>
          </a:prstGeom>
        </p:spPr>
        <p:txBody>
          <a:bodyPr/>
          <a:lstStyle>
            <a:lvl1pPr>
              <a:defRPr sz="3400" b="1" i="0">
                <a:solidFill>
                  <a:schemeClr val="tx2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kumimoji="1" lang="ja-JP" altLang="en-US"/>
              <a:t>タイトル　游ゴシック</a:t>
            </a:r>
            <a:r>
              <a:rPr kumimoji="1" lang="en-US" altLang="ja-JP" dirty="0"/>
              <a:t>/Bold</a:t>
            </a:r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F58D25E-0332-2A61-D96A-FFFC6AE155B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E18FDDE-94D8-814A-BE53-9326731C5EAB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8750052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-タイトルスライド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248AE955-DDBB-C47B-F23E-FE060947991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2" name="図 1">
            <a:extLst>
              <a:ext uri="{FF2B5EF4-FFF2-40B4-BE49-F238E27FC236}">
                <a16:creationId xmlns:a16="http://schemas.microsoft.com/office/drawing/2014/main" id="{60B5A546-72CB-E807-A41E-49AFC1C63F9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03024" y="6182868"/>
            <a:ext cx="2390151" cy="487403"/>
          </a:xfrm>
          <a:prstGeom prst="rect">
            <a:avLst/>
          </a:prstGeom>
        </p:spPr>
      </p:pic>
      <p:sp>
        <p:nvSpPr>
          <p:cNvPr id="8" name="テキスト プレースホルダー 10">
            <a:extLst>
              <a:ext uri="{FF2B5EF4-FFF2-40B4-BE49-F238E27FC236}">
                <a16:creationId xmlns:a16="http://schemas.microsoft.com/office/drawing/2014/main" id="{2836F2ED-4DB6-12DD-EEA4-7741D02E557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2083" y="4221163"/>
            <a:ext cx="5517984" cy="311227"/>
          </a:xfrm>
          <a:prstGeom prst="rect">
            <a:avLst/>
          </a:prstGeom>
        </p:spPr>
        <p:txBody>
          <a:bodyPr anchor="t" anchorCtr="0"/>
          <a:lstStyle>
            <a:lvl1pPr marL="0" indent="0">
              <a:lnSpc>
                <a:spcPts val="1320"/>
              </a:lnSpc>
              <a:spcBef>
                <a:spcPts val="0"/>
              </a:spcBef>
              <a:buNone/>
              <a:defRPr sz="1600" b="1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ja-JP" altLang="en-US"/>
              <a:t>氏名</a:t>
            </a:r>
            <a:r>
              <a:rPr lang="en-US" altLang="ja-JP" dirty="0"/>
              <a:t> </a:t>
            </a:r>
            <a:r>
              <a:rPr lang="ja-JP" altLang="en-US"/>
              <a:t>　　游ゴシック</a:t>
            </a:r>
            <a:r>
              <a:rPr lang="en-US" altLang="ja-JP" dirty="0"/>
              <a:t>/ Bold</a:t>
            </a:r>
            <a:endParaRPr lang="ja-JP" altLang="en-US"/>
          </a:p>
        </p:txBody>
      </p:sp>
      <p:sp>
        <p:nvSpPr>
          <p:cNvPr id="9" name="コンテンツ プレースホルダー 12">
            <a:extLst>
              <a:ext uri="{FF2B5EF4-FFF2-40B4-BE49-F238E27FC236}">
                <a16:creationId xmlns:a16="http://schemas.microsoft.com/office/drawing/2014/main" id="{7001A042-6219-01DF-5E72-AC5791E72F2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304544" y="2491093"/>
            <a:ext cx="8059154" cy="9144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4860"/>
              </a:lnSpc>
              <a:spcBef>
                <a:spcPts val="0"/>
              </a:spcBef>
              <a:buNone/>
              <a:defRPr sz="3800" b="1">
                <a:solidFill>
                  <a:schemeClr val="tx2"/>
                </a:solidFill>
                <a:latin typeface="+mn-lt"/>
              </a:defRPr>
            </a:lvl1pPr>
            <a:lvl2pPr>
              <a:defRPr b="1">
                <a:latin typeface="+mn-lt"/>
              </a:defRPr>
            </a:lvl2pPr>
            <a:lvl3pPr>
              <a:defRPr b="1">
                <a:latin typeface="+mn-lt"/>
              </a:defRPr>
            </a:lvl3pPr>
            <a:lvl4pPr>
              <a:defRPr b="1">
                <a:latin typeface="+mn-lt"/>
              </a:defRPr>
            </a:lvl4pPr>
            <a:lvl5pPr>
              <a:defRPr b="1">
                <a:latin typeface="+mn-lt"/>
              </a:defRPr>
            </a:lvl5pPr>
          </a:lstStyle>
          <a:p>
            <a:pPr lvl="0"/>
            <a:r>
              <a:rPr kumimoji="1" lang="ja-JP" altLang="en-US"/>
              <a:t>タイトルタイトル</a:t>
            </a:r>
            <a:endParaRPr kumimoji="1" lang="en-US" altLang="ja-JP" dirty="0"/>
          </a:p>
          <a:p>
            <a:pPr lvl="0"/>
            <a:r>
              <a:rPr kumimoji="1" lang="ja-JP" altLang="en-US"/>
              <a:t>游ゴシック</a:t>
            </a:r>
            <a:r>
              <a:rPr kumimoji="1" lang="en-US" altLang="ja-JP" dirty="0"/>
              <a:t>/Bold</a:t>
            </a:r>
          </a:p>
        </p:txBody>
      </p:sp>
      <p:sp>
        <p:nvSpPr>
          <p:cNvPr id="10" name="テキスト プレースホルダー 14">
            <a:extLst>
              <a:ext uri="{FF2B5EF4-FFF2-40B4-BE49-F238E27FC236}">
                <a16:creationId xmlns:a16="http://schemas.microsoft.com/office/drawing/2014/main" id="{C57F195C-DB24-6686-F24F-4A6B7626D5D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13971" y="4504353"/>
            <a:ext cx="4258029" cy="1024311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2480"/>
              </a:lnSpc>
              <a:spcBef>
                <a:spcPts val="0"/>
              </a:spcBef>
              <a:buNone/>
              <a:defRPr sz="1400" b="1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lang="ja-JP" altLang="en-US"/>
              <a:t>役職・所属</a:t>
            </a:r>
            <a:r>
              <a:rPr lang="en-US" altLang="ja-JP" dirty="0"/>
              <a:t> </a:t>
            </a:r>
            <a:r>
              <a:rPr lang="ja-JP" altLang="en-US"/>
              <a:t>　</a:t>
            </a:r>
            <a:r>
              <a:rPr lang="en-US" altLang="ja-JP" dirty="0"/>
              <a:t>   </a:t>
            </a:r>
            <a:r>
              <a:rPr lang="ja-JP" altLang="en-US"/>
              <a:t>　</a:t>
            </a:r>
            <a:endParaRPr lang="en-US" altLang="ja-JP" dirty="0"/>
          </a:p>
          <a:p>
            <a:r>
              <a:rPr lang="ja-JP" altLang="en-US"/>
              <a:t>游ゴシック</a:t>
            </a:r>
            <a:r>
              <a:rPr lang="en-US" altLang="ja-JP" dirty="0"/>
              <a:t>/Bold</a:t>
            </a:r>
          </a:p>
        </p:txBody>
      </p:sp>
      <p:sp>
        <p:nvSpPr>
          <p:cNvPr id="3" name="コンテンツ プレースホルダー 4">
            <a:extLst>
              <a:ext uri="{FF2B5EF4-FFF2-40B4-BE49-F238E27FC236}">
                <a16:creationId xmlns:a16="http://schemas.microsoft.com/office/drawing/2014/main" id="{536CD554-6868-54FC-85E8-AF96140DF51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04446" y="6053210"/>
            <a:ext cx="2845154" cy="617061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840"/>
              </a:lnSpc>
              <a:spcBef>
                <a:spcPts val="0"/>
              </a:spcBef>
              <a:buNone/>
              <a:defRPr sz="1200" b="1">
                <a:solidFill>
                  <a:schemeClr val="tx2"/>
                </a:solidFill>
                <a:latin typeface="+mn-ea"/>
                <a:ea typeface="+mn-ea"/>
              </a:defRPr>
            </a:lvl1pPr>
            <a:lvl2pPr marL="457200" indent="0">
              <a:buNone/>
              <a:defRPr sz="1200" b="1">
                <a:latin typeface="+mn-ea"/>
                <a:ea typeface="+mn-ea"/>
              </a:defRPr>
            </a:lvl2pPr>
            <a:lvl3pPr marL="914400" indent="0">
              <a:buNone/>
              <a:defRPr sz="1050" b="1">
                <a:latin typeface="+mn-ea"/>
                <a:ea typeface="+mn-ea"/>
              </a:defRPr>
            </a:lvl3pPr>
            <a:lvl4pPr marL="1371600" indent="0">
              <a:buNone/>
              <a:defRPr sz="1050" b="1">
                <a:latin typeface="+mn-ea"/>
                <a:ea typeface="+mn-ea"/>
              </a:defRPr>
            </a:lvl4pPr>
            <a:lvl5pPr marL="1828800" indent="0">
              <a:buNone/>
              <a:defRPr sz="1050" b="1">
                <a:latin typeface="+mn-ea"/>
                <a:ea typeface="+mn-ea"/>
              </a:defRPr>
            </a:lvl5pPr>
          </a:lstStyle>
          <a:p>
            <a:pPr lvl="0"/>
            <a:r>
              <a:rPr kumimoji="1" lang="ja-JP" altLang="en-US"/>
              <a:t>イベント名・日付</a:t>
            </a:r>
            <a:endParaRPr kumimoji="1" lang="en-US" altLang="ja-JP" dirty="0"/>
          </a:p>
          <a:p>
            <a:pPr lvl="0"/>
            <a:r>
              <a:rPr kumimoji="1" lang="ja-JP" altLang="en-US"/>
              <a:t>游ゴシック</a:t>
            </a:r>
            <a:r>
              <a:rPr kumimoji="1" lang="en-US" altLang="ja-JP" dirty="0"/>
              <a:t>/Bold</a:t>
            </a:r>
          </a:p>
        </p:txBody>
      </p:sp>
    </p:spTree>
    <p:extLst>
      <p:ext uri="{BB962C8B-B14F-4D97-AF65-F5344CB8AC3E}">
        <p14:creationId xmlns:p14="http://schemas.microsoft.com/office/powerpoint/2010/main" val="337795468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-中表紙スライド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図 19">
            <a:extLst>
              <a:ext uri="{FF2B5EF4-FFF2-40B4-BE49-F238E27FC236}">
                <a16:creationId xmlns:a16="http://schemas.microsoft.com/office/drawing/2014/main" id="{49C979E6-DD16-969B-A5E6-AD83E8851AA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タイトル 3">
            <a:extLst>
              <a:ext uri="{FF2B5EF4-FFF2-40B4-BE49-F238E27FC236}">
                <a16:creationId xmlns:a16="http://schemas.microsoft.com/office/drawing/2014/main" id="{160D7D41-E1B6-57FA-5E7D-425AEA6C3E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9067" y="1196975"/>
            <a:ext cx="7920038" cy="632640"/>
          </a:xfrm>
          <a:prstGeom prst="rect">
            <a:avLst/>
          </a:prstGeom>
        </p:spPr>
        <p:txBody>
          <a:bodyPr/>
          <a:lstStyle>
            <a:lvl1pPr>
              <a:defRPr sz="3400" b="1" i="0">
                <a:solidFill>
                  <a:schemeClr val="tx2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kumimoji="1" lang="ja-JP" altLang="en-US"/>
              <a:t>タイトル　游ゴシック</a:t>
            </a:r>
            <a:r>
              <a:rPr kumimoji="1" lang="en-US" altLang="ja-JP" dirty="0"/>
              <a:t>/Bold</a:t>
            </a:r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F7CE3D0B-BB47-97A4-E21E-9EFD9BC0454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42960" y="205579"/>
            <a:ext cx="1872000" cy="380173"/>
          </a:xfrm>
          <a:prstGeom prst="rect">
            <a:avLst/>
          </a:prstGeom>
        </p:spPr>
      </p:pic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10556F25-F1D2-D90F-6C0C-60A07CC210C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E18FDDE-94D8-814A-BE53-9326731C5EAB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3218873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_中表紙スライド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図 19">
            <a:extLst>
              <a:ext uri="{FF2B5EF4-FFF2-40B4-BE49-F238E27FC236}">
                <a16:creationId xmlns:a16="http://schemas.microsoft.com/office/drawing/2014/main" id="{49C979E6-DD16-969B-A5E6-AD83E8851AA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2" name="図 1">
            <a:extLst>
              <a:ext uri="{FF2B5EF4-FFF2-40B4-BE49-F238E27FC236}">
                <a16:creationId xmlns:a16="http://schemas.microsoft.com/office/drawing/2014/main" id="{5563D4B2-3464-B45C-9184-A35F2565EEB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42960" y="205579"/>
            <a:ext cx="1872000" cy="380173"/>
          </a:xfrm>
          <a:prstGeom prst="rect">
            <a:avLst/>
          </a:prstGeom>
        </p:spPr>
      </p:pic>
      <p:sp>
        <p:nvSpPr>
          <p:cNvPr id="3" name="タイトル 3">
            <a:extLst>
              <a:ext uri="{FF2B5EF4-FFF2-40B4-BE49-F238E27FC236}">
                <a16:creationId xmlns:a16="http://schemas.microsoft.com/office/drawing/2014/main" id="{4D7F1537-A878-1B20-DBF9-8E1B2317AC0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9067" y="1196975"/>
            <a:ext cx="7920038" cy="632640"/>
          </a:xfrm>
          <a:prstGeom prst="rect">
            <a:avLst/>
          </a:prstGeom>
        </p:spPr>
        <p:txBody>
          <a:bodyPr/>
          <a:lstStyle>
            <a:lvl1pPr>
              <a:defRPr sz="3400" b="1" i="0">
                <a:solidFill>
                  <a:schemeClr val="tx2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kumimoji="1" lang="ja-JP" altLang="en-US"/>
              <a:t>タイトル　游ゴシック</a:t>
            </a:r>
            <a:r>
              <a:rPr kumimoji="1" lang="en-US" altLang="ja-JP" dirty="0"/>
              <a:t>/Bold</a:t>
            </a:r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CFF8C63-1D12-2A7D-6B69-3142FEC8DCA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E18FDDE-94D8-814A-BE53-9326731C5EAB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1805295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-タイトルスライド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248AE955-DDBB-C47B-F23E-FE060947991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2" name="図 1">
            <a:extLst>
              <a:ext uri="{FF2B5EF4-FFF2-40B4-BE49-F238E27FC236}">
                <a16:creationId xmlns:a16="http://schemas.microsoft.com/office/drawing/2014/main" id="{D62D3A47-091C-DA71-9E9D-1E73F69F1FE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31800" y="5491831"/>
            <a:ext cx="2400000" cy="487403"/>
          </a:xfrm>
          <a:prstGeom prst="rect">
            <a:avLst/>
          </a:prstGeom>
        </p:spPr>
      </p:pic>
      <p:sp>
        <p:nvSpPr>
          <p:cNvPr id="8" name="テキスト プレースホルダー 10">
            <a:extLst>
              <a:ext uri="{FF2B5EF4-FFF2-40B4-BE49-F238E27FC236}">
                <a16:creationId xmlns:a16="http://schemas.microsoft.com/office/drawing/2014/main" id="{840542D1-7133-C93B-FCBB-ECB1FE566A0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4446" y="2839170"/>
            <a:ext cx="4694274" cy="311227"/>
          </a:xfrm>
          <a:prstGeom prst="rect">
            <a:avLst/>
          </a:prstGeom>
        </p:spPr>
        <p:txBody>
          <a:bodyPr anchor="t" anchorCtr="0"/>
          <a:lstStyle>
            <a:lvl1pPr marL="0" indent="0">
              <a:lnSpc>
                <a:spcPts val="1320"/>
              </a:lnSpc>
              <a:spcBef>
                <a:spcPts val="0"/>
              </a:spcBef>
              <a:buNone/>
              <a:defRPr sz="1600" b="1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ja-JP" altLang="en-US"/>
              <a:t>氏名</a:t>
            </a:r>
            <a:r>
              <a:rPr lang="en-US" altLang="ja-JP" dirty="0"/>
              <a:t> </a:t>
            </a:r>
            <a:r>
              <a:rPr lang="ja-JP" altLang="en-US"/>
              <a:t>　　游ゴシック</a:t>
            </a:r>
            <a:r>
              <a:rPr lang="en-US" altLang="ja-JP" dirty="0"/>
              <a:t>/ Bold</a:t>
            </a:r>
            <a:endParaRPr lang="ja-JP" altLang="en-US"/>
          </a:p>
        </p:txBody>
      </p:sp>
      <p:sp>
        <p:nvSpPr>
          <p:cNvPr id="9" name="コンテンツ プレースホルダー 12">
            <a:extLst>
              <a:ext uri="{FF2B5EF4-FFF2-40B4-BE49-F238E27FC236}">
                <a16:creationId xmlns:a16="http://schemas.microsoft.com/office/drawing/2014/main" id="{A60E6A69-41E4-4C7B-BCBB-EBA6064AE59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304544" y="828542"/>
            <a:ext cx="8059154" cy="120345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4860"/>
              </a:lnSpc>
              <a:spcBef>
                <a:spcPts val="0"/>
              </a:spcBef>
              <a:buNone/>
              <a:defRPr sz="3800" b="1">
                <a:solidFill>
                  <a:schemeClr val="tx2"/>
                </a:solidFill>
                <a:latin typeface="+mn-lt"/>
              </a:defRPr>
            </a:lvl1pPr>
            <a:lvl2pPr>
              <a:defRPr b="1">
                <a:latin typeface="+mn-lt"/>
              </a:defRPr>
            </a:lvl2pPr>
            <a:lvl3pPr>
              <a:defRPr b="1">
                <a:latin typeface="+mn-lt"/>
              </a:defRPr>
            </a:lvl3pPr>
            <a:lvl4pPr>
              <a:defRPr b="1">
                <a:latin typeface="+mn-lt"/>
              </a:defRPr>
            </a:lvl4pPr>
            <a:lvl5pPr>
              <a:defRPr b="1">
                <a:latin typeface="+mn-lt"/>
              </a:defRPr>
            </a:lvl5pPr>
          </a:lstStyle>
          <a:p>
            <a:pPr lvl="0"/>
            <a:r>
              <a:rPr kumimoji="1" lang="ja-JP" altLang="en-US"/>
              <a:t>タイトルタイトル</a:t>
            </a:r>
            <a:endParaRPr kumimoji="1" lang="en-US" altLang="ja-JP" dirty="0"/>
          </a:p>
          <a:p>
            <a:pPr lvl="0"/>
            <a:r>
              <a:rPr kumimoji="1" lang="ja-JP" altLang="en-US"/>
              <a:t>游ゴシック</a:t>
            </a:r>
            <a:r>
              <a:rPr kumimoji="1" lang="en-US" altLang="ja-JP" dirty="0"/>
              <a:t>/Bold</a:t>
            </a:r>
          </a:p>
        </p:txBody>
      </p:sp>
      <p:sp>
        <p:nvSpPr>
          <p:cNvPr id="10" name="テキスト プレースホルダー 14">
            <a:extLst>
              <a:ext uri="{FF2B5EF4-FFF2-40B4-BE49-F238E27FC236}">
                <a16:creationId xmlns:a16="http://schemas.microsoft.com/office/drawing/2014/main" id="{8E2A7841-7592-610E-0DFA-30BA09A6F07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13971" y="3340106"/>
            <a:ext cx="3617949" cy="1024311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2480"/>
              </a:lnSpc>
              <a:spcBef>
                <a:spcPts val="0"/>
              </a:spcBef>
              <a:buNone/>
              <a:defRPr sz="1400" b="1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lang="ja-JP" altLang="en-US"/>
              <a:t>役職・所属</a:t>
            </a:r>
            <a:r>
              <a:rPr lang="en-US" altLang="ja-JP" dirty="0"/>
              <a:t> </a:t>
            </a:r>
            <a:r>
              <a:rPr lang="ja-JP" altLang="en-US"/>
              <a:t>　</a:t>
            </a:r>
            <a:r>
              <a:rPr lang="en-US" altLang="ja-JP" dirty="0"/>
              <a:t>   </a:t>
            </a:r>
            <a:r>
              <a:rPr lang="ja-JP" altLang="en-US"/>
              <a:t>　</a:t>
            </a:r>
            <a:endParaRPr lang="en-US" altLang="ja-JP" dirty="0"/>
          </a:p>
          <a:p>
            <a:r>
              <a:rPr lang="ja-JP" altLang="en-US"/>
              <a:t>游ゴシック</a:t>
            </a:r>
            <a:r>
              <a:rPr lang="en-US" altLang="ja-JP" dirty="0"/>
              <a:t>/Bold</a:t>
            </a:r>
          </a:p>
        </p:txBody>
      </p:sp>
      <p:sp>
        <p:nvSpPr>
          <p:cNvPr id="5" name="コンテンツ プレースホルダー 4">
            <a:extLst>
              <a:ext uri="{FF2B5EF4-FFF2-40B4-BE49-F238E27FC236}">
                <a16:creationId xmlns:a16="http://schemas.microsoft.com/office/drawing/2014/main" id="{AB1E9C2F-D21E-6660-99BE-1776BCCB725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04446" y="6332241"/>
            <a:ext cx="5687938" cy="3733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640"/>
              </a:lnSpc>
              <a:spcBef>
                <a:spcPts val="0"/>
              </a:spcBef>
              <a:buNone/>
              <a:defRPr sz="1200" b="1">
                <a:solidFill>
                  <a:schemeClr val="tx2"/>
                </a:solidFill>
                <a:latin typeface="+mn-ea"/>
                <a:ea typeface="+mn-ea"/>
              </a:defRPr>
            </a:lvl1pPr>
            <a:lvl2pPr marL="457200" indent="0">
              <a:buNone/>
              <a:defRPr sz="1200" b="1">
                <a:latin typeface="+mn-ea"/>
                <a:ea typeface="+mn-ea"/>
              </a:defRPr>
            </a:lvl2pPr>
            <a:lvl3pPr marL="914400" indent="0">
              <a:buNone/>
              <a:defRPr sz="1050" b="1">
                <a:latin typeface="+mn-ea"/>
                <a:ea typeface="+mn-ea"/>
              </a:defRPr>
            </a:lvl3pPr>
            <a:lvl4pPr marL="1371600" indent="0">
              <a:buNone/>
              <a:defRPr sz="1050" b="1">
                <a:latin typeface="+mn-ea"/>
                <a:ea typeface="+mn-ea"/>
              </a:defRPr>
            </a:lvl4pPr>
            <a:lvl5pPr marL="1828800" indent="0">
              <a:buNone/>
              <a:defRPr sz="1050" b="1">
                <a:latin typeface="+mn-ea"/>
                <a:ea typeface="+mn-ea"/>
              </a:defRPr>
            </a:lvl5pPr>
          </a:lstStyle>
          <a:p>
            <a:pPr lvl="0"/>
            <a:r>
              <a:rPr kumimoji="1" lang="ja-JP" altLang="en-US"/>
              <a:t>イベント名・日付　游ゴシック</a:t>
            </a:r>
            <a:r>
              <a:rPr kumimoji="1" lang="en-US" altLang="ja-JP" dirty="0"/>
              <a:t>/Bold</a:t>
            </a:r>
          </a:p>
        </p:txBody>
      </p:sp>
    </p:spTree>
    <p:extLst>
      <p:ext uri="{BB962C8B-B14F-4D97-AF65-F5344CB8AC3E}">
        <p14:creationId xmlns:p14="http://schemas.microsoft.com/office/powerpoint/2010/main" val="9774516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-中表紙スライド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図 19">
            <a:extLst>
              <a:ext uri="{FF2B5EF4-FFF2-40B4-BE49-F238E27FC236}">
                <a16:creationId xmlns:a16="http://schemas.microsoft.com/office/drawing/2014/main" id="{49C979E6-DD16-969B-A5E6-AD83E8851AA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F7CE3D0B-BB47-97A4-E21E-9EFD9BC0454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42960" y="205579"/>
            <a:ext cx="1872000" cy="380173"/>
          </a:xfrm>
          <a:prstGeom prst="rect">
            <a:avLst/>
          </a:prstGeom>
        </p:spPr>
      </p:pic>
      <p:sp>
        <p:nvSpPr>
          <p:cNvPr id="3" name="タイトル 3">
            <a:extLst>
              <a:ext uri="{FF2B5EF4-FFF2-40B4-BE49-F238E27FC236}">
                <a16:creationId xmlns:a16="http://schemas.microsoft.com/office/drawing/2014/main" id="{BE0A9193-79A4-8B8C-A1AC-0857C1430BB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7499" y="859139"/>
            <a:ext cx="7920038" cy="632640"/>
          </a:xfrm>
          <a:prstGeom prst="rect">
            <a:avLst/>
          </a:prstGeom>
        </p:spPr>
        <p:txBody>
          <a:bodyPr/>
          <a:lstStyle>
            <a:lvl1pPr>
              <a:defRPr sz="3400" b="1" i="0">
                <a:solidFill>
                  <a:schemeClr val="tx2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 dirty="0"/>
              <a:t>    </a:t>
            </a:r>
            <a:r>
              <a:rPr kumimoji="1" lang="ja-JP" altLang="en-US"/>
              <a:t>游ゴシック</a:t>
            </a:r>
            <a:r>
              <a:rPr kumimoji="1" lang="en-US" altLang="ja-JP" dirty="0"/>
              <a:t>/Bold</a:t>
            </a:r>
            <a:endParaRPr kumimoji="1" lang="ja-JP" altLang="en-US"/>
          </a:p>
        </p:txBody>
      </p:sp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47C93E21-4ED9-70D2-1EA3-C8460CAC9DA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E18FDDE-94D8-814A-BE53-9326731C5EAB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671248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-中表紙スライド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図 19">
            <a:extLst>
              <a:ext uri="{FF2B5EF4-FFF2-40B4-BE49-F238E27FC236}">
                <a16:creationId xmlns:a16="http://schemas.microsoft.com/office/drawing/2014/main" id="{49C979E6-DD16-969B-A5E6-AD83E8851AA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タイトル 3">
            <a:extLst>
              <a:ext uri="{FF2B5EF4-FFF2-40B4-BE49-F238E27FC236}">
                <a16:creationId xmlns:a16="http://schemas.microsoft.com/office/drawing/2014/main" id="{160D7D41-E1B6-57FA-5E7D-425AEA6C3E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7499" y="859139"/>
            <a:ext cx="7920038" cy="632640"/>
          </a:xfrm>
          <a:prstGeom prst="rect">
            <a:avLst/>
          </a:prstGeom>
        </p:spPr>
        <p:txBody>
          <a:bodyPr/>
          <a:lstStyle>
            <a:lvl1pPr>
              <a:defRPr sz="3400" b="1" i="0">
                <a:solidFill>
                  <a:schemeClr val="tx2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 dirty="0"/>
              <a:t>    </a:t>
            </a:r>
            <a:r>
              <a:rPr kumimoji="1" lang="ja-JP" altLang="en-US"/>
              <a:t>游ゴシック</a:t>
            </a:r>
            <a:r>
              <a:rPr kumimoji="1" lang="en-US" altLang="ja-JP" dirty="0"/>
              <a:t>/Bold</a:t>
            </a:r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F7CE3D0B-BB47-97A4-E21E-9EFD9BC0454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42960" y="205579"/>
            <a:ext cx="1872000" cy="380173"/>
          </a:xfrm>
          <a:prstGeom prst="rect">
            <a:avLst/>
          </a:prstGeom>
        </p:spPr>
      </p:pic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67CC3A6A-9827-B477-5357-A5BD179C28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E18FDDE-94D8-814A-BE53-9326731C5EAB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0898947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-タイトルスライド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248AE955-DDBB-C47B-F23E-FE060947991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2" name="図 1">
            <a:extLst>
              <a:ext uri="{FF2B5EF4-FFF2-40B4-BE49-F238E27FC236}">
                <a16:creationId xmlns:a16="http://schemas.microsoft.com/office/drawing/2014/main" id="{06A3FDC9-D852-E6EC-96B6-98DB14629DF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312200" y="1016000"/>
            <a:ext cx="2400000" cy="487403"/>
          </a:xfrm>
          <a:prstGeom prst="rect">
            <a:avLst/>
          </a:prstGeom>
        </p:spPr>
      </p:pic>
      <p:sp>
        <p:nvSpPr>
          <p:cNvPr id="8" name="テキスト プレースホルダー 10">
            <a:extLst>
              <a:ext uri="{FF2B5EF4-FFF2-40B4-BE49-F238E27FC236}">
                <a16:creationId xmlns:a16="http://schemas.microsoft.com/office/drawing/2014/main" id="{DC157CD8-E8E4-83E9-B708-A7248F604FD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2083" y="5312377"/>
            <a:ext cx="5517984" cy="311227"/>
          </a:xfrm>
          <a:prstGeom prst="rect">
            <a:avLst/>
          </a:prstGeom>
        </p:spPr>
        <p:txBody>
          <a:bodyPr anchor="t" anchorCtr="0"/>
          <a:lstStyle>
            <a:lvl1pPr marL="0" indent="0">
              <a:lnSpc>
                <a:spcPts val="1320"/>
              </a:lnSpc>
              <a:spcBef>
                <a:spcPts val="0"/>
              </a:spcBef>
              <a:buNone/>
              <a:defRPr sz="1600" b="1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ja-JP" altLang="en-US"/>
              <a:t>氏名</a:t>
            </a:r>
            <a:r>
              <a:rPr lang="en-US" altLang="ja-JP" dirty="0"/>
              <a:t> </a:t>
            </a:r>
            <a:r>
              <a:rPr lang="ja-JP" altLang="en-US"/>
              <a:t>　　游ゴシック</a:t>
            </a:r>
            <a:r>
              <a:rPr lang="en-US" altLang="ja-JP" dirty="0"/>
              <a:t>/ Bold</a:t>
            </a:r>
            <a:endParaRPr lang="ja-JP" altLang="en-US"/>
          </a:p>
        </p:txBody>
      </p:sp>
      <p:sp>
        <p:nvSpPr>
          <p:cNvPr id="9" name="コンテンツ プレースホルダー 12">
            <a:extLst>
              <a:ext uri="{FF2B5EF4-FFF2-40B4-BE49-F238E27FC236}">
                <a16:creationId xmlns:a16="http://schemas.microsoft.com/office/drawing/2014/main" id="{237EEBCE-F550-57E4-CCD0-CEAD8031928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304544" y="3510866"/>
            <a:ext cx="8059154" cy="131513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4860"/>
              </a:lnSpc>
              <a:spcBef>
                <a:spcPts val="0"/>
              </a:spcBef>
              <a:buNone/>
              <a:defRPr sz="3800" b="1">
                <a:solidFill>
                  <a:schemeClr val="tx2"/>
                </a:solidFill>
                <a:latin typeface="+mn-lt"/>
              </a:defRPr>
            </a:lvl1pPr>
            <a:lvl2pPr>
              <a:defRPr b="1">
                <a:latin typeface="+mn-lt"/>
              </a:defRPr>
            </a:lvl2pPr>
            <a:lvl3pPr>
              <a:defRPr b="1">
                <a:latin typeface="+mn-lt"/>
              </a:defRPr>
            </a:lvl3pPr>
            <a:lvl4pPr>
              <a:defRPr b="1">
                <a:latin typeface="+mn-lt"/>
              </a:defRPr>
            </a:lvl4pPr>
            <a:lvl5pPr>
              <a:defRPr b="1">
                <a:latin typeface="+mn-lt"/>
              </a:defRPr>
            </a:lvl5pPr>
          </a:lstStyle>
          <a:p>
            <a:pPr lvl="0"/>
            <a:r>
              <a:rPr kumimoji="1" lang="ja-JP" altLang="en-US"/>
              <a:t>タイトルタイトル</a:t>
            </a:r>
            <a:endParaRPr kumimoji="1" lang="en-US" altLang="ja-JP" dirty="0"/>
          </a:p>
          <a:p>
            <a:pPr lvl="0"/>
            <a:r>
              <a:rPr kumimoji="1" lang="ja-JP" altLang="en-US"/>
              <a:t>游ゴシック</a:t>
            </a:r>
            <a:r>
              <a:rPr kumimoji="1" lang="en-US" altLang="ja-JP" dirty="0"/>
              <a:t>/Bold</a:t>
            </a:r>
          </a:p>
        </p:txBody>
      </p:sp>
      <p:sp>
        <p:nvSpPr>
          <p:cNvPr id="10" name="テキスト プレースホルダー 14">
            <a:extLst>
              <a:ext uri="{FF2B5EF4-FFF2-40B4-BE49-F238E27FC236}">
                <a16:creationId xmlns:a16="http://schemas.microsoft.com/office/drawing/2014/main" id="{71FEA1BA-AA5D-FC50-4B6B-B7845D3E258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13971" y="5552703"/>
            <a:ext cx="5517984" cy="6303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2480"/>
              </a:lnSpc>
              <a:spcBef>
                <a:spcPts val="0"/>
              </a:spcBef>
              <a:buNone/>
              <a:defRPr sz="1400" b="1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lang="ja-JP" altLang="en-US"/>
              <a:t>役職・所属</a:t>
            </a:r>
            <a:r>
              <a:rPr lang="en-US" altLang="ja-JP" dirty="0"/>
              <a:t> </a:t>
            </a:r>
            <a:r>
              <a:rPr lang="ja-JP" altLang="en-US"/>
              <a:t>　</a:t>
            </a:r>
            <a:r>
              <a:rPr lang="en-US" altLang="ja-JP" dirty="0"/>
              <a:t>   </a:t>
            </a:r>
            <a:r>
              <a:rPr lang="ja-JP" altLang="en-US"/>
              <a:t>　</a:t>
            </a:r>
            <a:endParaRPr lang="en-US" altLang="ja-JP" dirty="0"/>
          </a:p>
          <a:p>
            <a:r>
              <a:rPr lang="ja-JP" altLang="en-US"/>
              <a:t>游ゴシック</a:t>
            </a:r>
            <a:r>
              <a:rPr lang="en-US" altLang="ja-JP" dirty="0"/>
              <a:t>/Bold</a:t>
            </a:r>
          </a:p>
        </p:txBody>
      </p:sp>
      <p:sp>
        <p:nvSpPr>
          <p:cNvPr id="5" name="コンテンツ プレースホルダー 4">
            <a:extLst>
              <a:ext uri="{FF2B5EF4-FFF2-40B4-BE49-F238E27FC236}">
                <a16:creationId xmlns:a16="http://schemas.microsoft.com/office/drawing/2014/main" id="{6524904E-499A-F38D-7084-A124E7768BE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04446" y="6332241"/>
            <a:ext cx="5687938" cy="3733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640"/>
              </a:lnSpc>
              <a:spcBef>
                <a:spcPts val="0"/>
              </a:spcBef>
              <a:buNone/>
              <a:defRPr sz="1200" b="1">
                <a:solidFill>
                  <a:schemeClr val="tx2"/>
                </a:solidFill>
                <a:latin typeface="+mn-ea"/>
                <a:ea typeface="+mn-ea"/>
              </a:defRPr>
            </a:lvl1pPr>
            <a:lvl2pPr marL="457200" indent="0">
              <a:buNone/>
              <a:defRPr sz="1200" b="1">
                <a:latin typeface="+mn-ea"/>
                <a:ea typeface="+mn-ea"/>
              </a:defRPr>
            </a:lvl2pPr>
            <a:lvl3pPr marL="914400" indent="0">
              <a:buNone/>
              <a:defRPr sz="1050" b="1">
                <a:latin typeface="+mn-ea"/>
                <a:ea typeface="+mn-ea"/>
              </a:defRPr>
            </a:lvl3pPr>
            <a:lvl4pPr marL="1371600" indent="0">
              <a:buNone/>
              <a:defRPr sz="1050" b="1">
                <a:latin typeface="+mn-ea"/>
                <a:ea typeface="+mn-ea"/>
              </a:defRPr>
            </a:lvl4pPr>
            <a:lvl5pPr marL="1828800" indent="0">
              <a:buNone/>
              <a:defRPr sz="1050" b="1">
                <a:latin typeface="+mn-ea"/>
                <a:ea typeface="+mn-ea"/>
              </a:defRPr>
            </a:lvl5pPr>
          </a:lstStyle>
          <a:p>
            <a:pPr lvl="0"/>
            <a:r>
              <a:rPr kumimoji="1" lang="ja-JP" altLang="en-US"/>
              <a:t>イベント名・日付　游ゴシック</a:t>
            </a:r>
            <a:r>
              <a:rPr kumimoji="1" lang="en-US" altLang="ja-JP" dirty="0"/>
              <a:t>/Bold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1281FD23-541D-C439-8C07-7B8787293E29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BE18FDDE-94D8-814A-BE53-9326731C5EAB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5740353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-中表紙スライド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図 19">
            <a:extLst>
              <a:ext uri="{FF2B5EF4-FFF2-40B4-BE49-F238E27FC236}">
                <a16:creationId xmlns:a16="http://schemas.microsoft.com/office/drawing/2014/main" id="{49C979E6-DD16-969B-A5E6-AD83E8851AA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F7CE3D0B-BB47-97A4-E21E-9EFD9BC0454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42960" y="205579"/>
            <a:ext cx="1872000" cy="380173"/>
          </a:xfrm>
          <a:prstGeom prst="rect">
            <a:avLst/>
          </a:prstGeom>
        </p:spPr>
      </p:pic>
      <p:sp>
        <p:nvSpPr>
          <p:cNvPr id="3" name="タイトル 3">
            <a:extLst>
              <a:ext uri="{FF2B5EF4-FFF2-40B4-BE49-F238E27FC236}">
                <a16:creationId xmlns:a16="http://schemas.microsoft.com/office/drawing/2014/main" id="{5EDAF771-D752-4623-DA5B-3EEDCDCFB9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9067" y="2636838"/>
            <a:ext cx="7920038" cy="632640"/>
          </a:xfrm>
          <a:prstGeom prst="rect">
            <a:avLst/>
          </a:prstGeom>
        </p:spPr>
        <p:txBody>
          <a:bodyPr/>
          <a:lstStyle>
            <a:lvl1pPr algn="ctr">
              <a:defRPr sz="3400" b="1" i="0">
                <a:solidFill>
                  <a:schemeClr val="tx2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 dirty="0"/>
              <a:t>    </a:t>
            </a:r>
            <a:r>
              <a:rPr kumimoji="1" lang="ja-JP" altLang="en-US"/>
              <a:t>游ゴシック</a:t>
            </a:r>
            <a:r>
              <a:rPr kumimoji="1" lang="en-US" altLang="ja-JP" dirty="0"/>
              <a:t>/Bold</a:t>
            </a:r>
            <a:endParaRPr kumimoji="1" lang="ja-JP" altLang="en-US"/>
          </a:p>
        </p:txBody>
      </p:sp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20900B58-5708-FF6C-DCA9-A8885222A9C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E18FDDE-94D8-814A-BE53-9326731C5EAB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785591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-中表紙スライド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図 19">
            <a:extLst>
              <a:ext uri="{FF2B5EF4-FFF2-40B4-BE49-F238E27FC236}">
                <a16:creationId xmlns:a16="http://schemas.microsoft.com/office/drawing/2014/main" id="{49C979E6-DD16-969B-A5E6-AD83E8851AA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2" name="図 1">
            <a:extLst>
              <a:ext uri="{FF2B5EF4-FFF2-40B4-BE49-F238E27FC236}">
                <a16:creationId xmlns:a16="http://schemas.microsoft.com/office/drawing/2014/main" id="{5563D4B2-3464-B45C-9184-A35F2565EEB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42960" y="205579"/>
            <a:ext cx="1872000" cy="380173"/>
          </a:xfrm>
          <a:prstGeom prst="rect">
            <a:avLst/>
          </a:prstGeom>
        </p:spPr>
      </p:pic>
      <p:sp>
        <p:nvSpPr>
          <p:cNvPr id="3" name="タイトル 3">
            <a:extLst>
              <a:ext uri="{FF2B5EF4-FFF2-40B4-BE49-F238E27FC236}">
                <a16:creationId xmlns:a16="http://schemas.microsoft.com/office/drawing/2014/main" id="{4D7F1537-A878-1B20-DBF9-8E1B2317AC0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9067" y="2636838"/>
            <a:ext cx="7920038" cy="632640"/>
          </a:xfrm>
          <a:prstGeom prst="rect">
            <a:avLst/>
          </a:prstGeom>
        </p:spPr>
        <p:txBody>
          <a:bodyPr/>
          <a:lstStyle>
            <a:lvl1pPr algn="ctr">
              <a:defRPr sz="3400" b="1" i="0">
                <a:solidFill>
                  <a:schemeClr val="tx2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 dirty="0"/>
              <a:t>    </a:t>
            </a:r>
            <a:r>
              <a:rPr kumimoji="1" lang="ja-JP" altLang="en-US"/>
              <a:t>游ゴシック</a:t>
            </a:r>
            <a:r>
              <a:rPr kumimoji="1" lang="en-US" altLang="ja-JP" dirty="0"/>
              <a:t>/Bold</a:t>
            </a:r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65A781F-A228-408A-A6FA-A08F9AE8C1D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E18FDDE-94D8-814A-BE53-9326731C5EAB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01374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目次ペー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20FE3C7-D304-9F91-A3F6-42FF1C00B761}"/>
              </a:ext>
            </a:extLst>
          </p:cNvPr>
          <p:cNvSpPr/>
          <p:nvPr userDrawn="1"/>
        </p:nvSpPr>
        <p:spPr>
          <a:xfrm>
            <a:off x="9036000" y="0"/>
            <a:ext cx="108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2"/>
              </a:solidFill>
            </a:endParaRPr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E45B2A76-302E-B3B0-E05C-72C6D02040B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2960" y="205578"/>
            <a:ext cx="1875600" cy="380904"/>
          </a:xfrm>
          <a:prstGeom prst="rect">
            <a:avLst/>
          </a:prstGeom>
        </p:spPr>
      </p:pic>
      <p:sp>
        <p:nvSpPr>
          <p:cNvPr id="6" name="タイトル 5">
            <a:extLst>
              <a:ext uri="{FF2B5EF4-FFF2-40B4-BE49-F238E27FC236}">
                <a16:creationId xmlns:a16="http://schemas.microsoft.com/office/drawing/2014/main" id="{C7D8E084-F85D-2DDF-AE2C-D70F238EC3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6307" y="269717"/>
            <a:ext cx="6750743" cy="522605"/>
          </a:xfrm>
          <a:prstGeom prst="rect">
            <a:avLst/>
          </a:prstGeom>
        </p:spPr>
        <p:txBody>
          <a:bodyPr/>
          <a:lstStyle>
            <a:lvl1pPr>
              <a:defRPr sz="3200" b="1" i="0">
                <a:solidFill>
                  <a:schemeClr val="tx2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kumimoji="1" lang="ja-JP" altLang="en-US"/>
              <a:t>目次　游ゴシック</a:t>
            </a:r>
            <a:r>
              <a:rPr kumimoji="1" lang="en-US" altLang="ja-JP" dirty="0"/>
              <a:t>/Bold</a:t>
            </a:r>
            <a:endParaRPr kumimoji="1" lang="ja-JP" altLang="en-US"/>
          </a:p>
        </p:txBody>
      </p:sp>
      <p:sp>
        <p:nvSpPr>
          <p:cNvPr id="10" name="コンテンツ プレースホルダー 9">
            <a:extLst>
              <a:ext uri="{FF2B5EF4-FFF2-40B4-BE49-F238E27FC236}">
                <a16:creationId xmlns:a16="http://schemas.microsoft.com/office/drawing/2014/main" id="{C8B36404-9C7D-C86F-B2AC-29CC6F5465FE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215899" y="1016000"/>
            <a:ext cx="8677275" cy="5532438"/>
          </a:xfrm>
          <a:prstGeom prst="rect">
            <a:avLst/>
          </a:prstGeom>
        </p:spPr>
        <p:txBody>
          <a:bodyPr/>
          <a:lstStyle>
            <a:lvl1pPr marL="514350" indent="-514350">
              <a:lnSpc>
                <a:spcPts val="2060"/>
              </a:lnSpc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  <a:defRPr sz="1800" b="1" i="0"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  <a:lvl2pPr marL="914400" indent="-457200">
              <a:lnSpc>
                <a:spcPts val="206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b="1" i="0">
                <a:latin typeface="+mn-ea"/>
                <a:ea typeface="+mn-ea"/>
              </a:defRPr>
            </a:lvl2pPr>
            <a:lvl3pPr marL="1371600" indent="-457200">
              <a:lnSpc>
                <a:spcPts val="2060"/>
              </a:lnSpc>
              <a:buFont typeface="Arial" panose="020B0604020202020204" pitchFamily="34" charset="0"/>
              <a:buChar char="•"/>
              <a:defRPr sz="1800" b="1">
                <a:latin typeface="+mn-ea"/>
                <a:ea typeface="+mn-ea"/>
              </a:defRPr>
            </a:lvl3pPr>
            <a:lvl4pPr marL="1714500" indent="-342900">
              <a:lnSpc>
                <a:spcPts val="2060"/>
              </a:lnSpc>
              <a:buFont typeface="Arial" panose="020B0604020202020204" pitchFamily="34" charset="0"/>
              <a:buChar char="•"/>
              <a:defRPr sz="1800" b="1">
                <a:latin typeface="+mn-ea"/>
                <a:ea typeface="+mn-ea"/>
              </a:defRPr>
            </a:lvl4pPr>
            <a:lvl5pPr marL="2171700" indent="-342900">
              <a:lnSpc>
                <a:spcPts val="2060"/>
              </a:lnSpc>
              <a:buFont typeface="Arial" panose="020B0604020202020204" pitchFamily="34" charset="0"/>
              <a:buChar char="•"/>
              <a:defRPr sz="1800" b="1">
                <a:latin typeface="+mn-ea"/>
                <a:ea typeface="+mn-ea"/>
              </a:defRPr>
            </a:lvl5pPr>
            <a:lvl6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6pPr>
            <a:lvl7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7pPr>
            <a:lvl8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8pPr>
          </a:lstStyle>
          <a:p>
            <a:pPr lvl="0"/>
            <a:r>
              <a:rPr kumimoji="1" lang="ja-JP" altLang="en-US" dirty="0"/>
              <a:t>タイトル</a:t>
            </a:r>
            <a:r>
              <a:rPr kumimoji="1" lang="en-US" altLang="ja-JP" dirty="0"/>
              <a:t> </a:t>
            </a:r>
            <a:r>
              <a:rPr kumimoji="1" lang="ja-JP" altLang="en-US" dirty="0"/>
              <a:t>　　游ゴシック</a:t>
            </a:r>
            <a:r>
              <a:rPr kumimoji="1" lang="en-US" altLang="ja-JP" dirty="0"/>
              <a:t>/Bold</a:t>
            </a:r>
          </a:p>
          <a:p>
            <a:pPr lvl="1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5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6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7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0"/>
            <a:r>
              <a:rPr kumimoji="1" lang="ja-JP" altLang="en-US" dirty="0"/>
              <a:t>タイトル</a:t>
            </a:r>
            <a:endParaRPr kumimoji="1" lang="en-US" altLang="ja-JP" dirty="0"/>
          </a:p>
          <a:p>
            <a:pPr lvl="1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5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6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7"/>
            <a:r>
              <a:rPr kumimoji="1" lang="ja-JP" altLang="en-US" dirty="0"/>
              <a:t>サブタイトル</a:t>
            </a:r>
            <a:endParaRPr kumimoji="1" lang="en-US" altLang="ja-JP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501CA67-C843-9D24-AA87-BD0F77B2A4F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E18FDDE-94D8-814A-BE53-9326731C5EAB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1653555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コンテンツ1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20FE3C7-D304-9F91-A3F6-42FF1C00B761}"/>
              </a:ext>
            </a:extLst>
          </p:cNvPr>
          <p:cNvSpPr/>
          <p:nvPr userDrawn="1"/>
        </p:nvSpPr>
        <p:spPr>
          <a:xfrm>
            <a:off x="9036000" y="0"/>
            <a:ext cx="108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2"/>
              </a:solidFill>
            </a:endParaRP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7F2A57CF-E381-80EF-3385-7565F5A82AA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2960" y="205579"/>
            <a:ext cx="1872000" cy="380173"/>
          </a:xfrm>
          <a:prstGeom prst="rect">
            <a:avLst/>
          </a:prstGeom>
        </p:spPr>
      </p:pic>
      <p:sp>
        <p:nvSpPr>
          <p:cNvPr id="2" name="タイトル 5">
            <a:extLst>
              <a:ext uri="{FF2B5EF4-FFF2-40B4-BE49-F238E27FC236}">
                <a16:creationId xmlns:a16="http://schemas.microsoft.com/office/drawing/2014/main" id="{AFEF4ADA-AD5F-E979-4BD9-9EB13E28654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6307" y="269717"/>
            <a:ext cx="6750743" cy="522605"/>
          </a:xfrm>
          <a:prstGeom prst="rect">
            <a:avLst/>
          </a:prstGeom>
        </p:spPr>
        <p:txBody>
          <a:bodyPr/>
          <a:lstStyle>
            <a:lvl1pPr>
              <a:defRPr sz="3200" b="1" i="0">
                <a:solidFill>
                  <a:schemeClr val="tx2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 dirty="0"/>
              <a:t>    </a:t>
            </a:r>
            <a:r>
              <a:rPr kumimoji="1" lang="ja-JP" altLang="en-US"/>
              <a:t>游ゴシック</a:t>
            </a:r>
            <a:r>
              <a:rPr kumimoji="1" lang="en-US" altLang="ja-JP" dirty="0"/>
              <a:t>/Bold</a:t>
            </a:r>
            <a:endParaRPr kumimoji="1" lang="ja-JP" altLang="en-US"/>
          </a:p>
        </p:txBody>
      </p:sp>
      <p:sp>
        <p:nvSpPr>
          <p:cNvPr id="10" name="コンテンツ プレースホルダー 9">
            <a:extLst>
              <a:ext uri="{FF2B5EF4-FFF2-40B4-BE49-F238E27FC236}">
                <a16:creationId xmlns:a16="http://schemas.microsoft.com/office/drawing/2014/main" id="{3C0DD4BE-D901-C0F2-7505-36F89AFAAADF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215899" y="1015999"/>
            <a:ext cx="8677275" cy="553243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000" b="1" i="0">
                <a:latin typeface="+mn-ea"/>
                <a:ea typeface="+mn-ea"/>
              </a:defRPr>
            </a:lvl1pPr>
            <a:lvl2pPr marL="457200" indent="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+mj-lt"/>
              <a:buNone/>
              <a:defRPr sz="1800" b="1" i="0">
                <a:latin typeface="+mn-ea"/>
                <a:ea typeface="+mn-ea"/>
              </a:defRPr>
            </a:lvl2pPr>
            <a:lvl3pPr marL="914400" indent="0">
              <a:buFont typeface="+mj-lt"/>
              <a:buNone/>
              <a:defRPr sz="1800" b="1">
                <a:latin typeface="+mn-ea"/>
                <a:ea typeface="+mn-ea"/>
              </a:defRPr>
            </a:lvl3pPr>
            <a:lvl4pPr marL="1371600" indent="0">
              <a:buFont typeface="+mj-lt"/>
              <a:buNone/>
              <a:defRPr sz="1600" b="1">
                <a:latin typeface="+mn-ea"/>
                <a:ea typeface="+mn-ea"/>
              </a:defRPr>
            </a:lvl4pPr>
            <a:lvl5pPr marL="1828800" indent="0">
              <a:buFont typeface="Arial" panose="020B0604020202020204" pitchFamily="34" charset="0"/>
              <a:buNone/>
              <a:defRPr kumimoji="1" lang="en-US" altLang="ja-JP" sz="1600" smtClean="0">
                <a:latin typeface="+mn-ea"/>
              </a:defRPr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 dirty="0"/>
              <a:t>見出し　游ゴシック</a:t>
            </a:r>
            <a:r>
              <a:rPr kumimoji="1" lang="en-US" altLang="ja-JP" dirty="0"/>
              <a:t>/Bold</a:t>
            </a:r>
          </a:p>
          <a:p>
            <a:pPr lvl="1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3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4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5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6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7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8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E34F3F8-F89F-3418-E3AE-C8BC039445A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E18FDDE-94D8-814A-BE53-9326731C5EAB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9736079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コンテンツ1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20FE3C7-D304-9F91-A3F6-42FF1C00B761}"/>
              </a:ext>
            </a:extLst>
          </p:cNvPr>
          <p:cNvSpPr/>
          <p:nvPr userDrawn="1"/>
        </p:nvSpPr>
        <p:spPr>
          <a:xfrm>
            <a:off x="9036000" y="0"/>
            <a:ext cx="108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2"/>
              </a:solidFill>
            </a:endParaRP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7F2A57CF-E381-80EF-3385-7565F5A82AA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2960" y="205579"/>
            <a:ext cx="1872000" cy="380173"/>
          </a:xfrm>
          <a:prstGeom prst="rect">
            <a:avLst/>
          </a:prstGeom>
        </p:spPr>
      </p:pic>
      <p:sp>
        <p:nvSpPr>
          <p:cNvPr id="2" name="タイトル 5">
            <a:extLst>
              <a:ext uri="{FF2B5EF4-FFF2-40B4-BE49-F238E27FC236}">
                <a16:creationId xmlns:a16="http://schemas.microsoft.com/office/drawing/2014/main" id="{AFEF4ADA-AD5F-E979-4BD9-9EB13E28654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6307" y="269717"/>
            <a:ext cx="6750743" cy="522605"/>
          </a:xfrm>
          <a:prstGeom prst="rect">
            <a:avLst/>
          </a:prstGeom>
        </p:spPr>
        <p:txBody>
          <a:bodyPr/>
          <a:lstStyle>
            <a:lvl1pPr>
              <a:defRPr sz="3200" b="1" i="0">
                <a:solidFill>
                  <a:schemeClr val="tx2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kumimoji="1" lang="ja-JP" altLang="en-US" dirty="0"/>
              <a:t>タイトル</a:t>
            </a:r>
            <a:r>
              <a:rPr kumimoji="1" lang="en-US" altLang="ja-JP" dirty="0"/>
              <a:t>    </a:t>
            </a:r>
            <a:r>
              <a:rPr kumimoji="1" lang="ja-JP" altLang="en-US" dirty="0"/>
              <a:t>游ゴシック</a:t>
            </a:r>
            <a:r>
              <a:rPr kumimoji="1" lang="en-US" altLang="ja-JP" dirty="0"/>
              <a:t>/Bold</a:t>
            </a:r>
            <a:endParaRPr kumimoji="1" lang="ja-JP" altLang="en-US" dirty="0"/>
          </a:p>
        </p:txBody>
      </p:sp>
      <p:sp>
        <p:nvSpPr>
          <p:cNvPr id="5" name="コンテンツ プレースホルダー 9">
            <a:extLst>
              <a:ext uri="{FF2B5EF4-FFF2-40B4-BE49-F238E27FC236}">
                <a16:creationId xmlns:a16="http://schemas.microsoft.com/office/drawing/2014/main" id="{6BA62A01-BCD3-E3FF-7EBE-FCC521F68F5C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215899" y="1016000"/>
            <a:ext cx="8677275" cy="5532438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ts val="188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400" b="0" i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1pPr>
            <a:lvl2pPr marL="742950" indent="-285750">
              <a:lnSpc>
                <a:spcPts val="188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400" b="0" i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2pPr>
            <a:lvl3pPr marL="1371600" indent="-457200">
              <a:buFont typeface="Arial" panose="020B0604020202020204" pitchFamily="34" charset="0"/>
              <a:buChar char="•"/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3pPr>
            <a:lvl4pPr marL="1714500" indent="-342900">
              <a:buFont typeface="Arial" panose="020B0604020202020204" pitchFamily="34" charset="0"/>
              <a:buChar char="•"/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4pPr>
            <a:lvl5pPr marL="2171700" indent="-342900">
              <a:buFont typeface="Arial" panose="020B0604020202020204" pitchFamily="34" charset="0"/>
              <a:buChar char="•"/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5pPr>
            <a:lvl6pPr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6pPr>
            <a:lvl7pPr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7pPr>
            <a:lvl8pPr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8pPr>
            <a:lvl9pPr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9pPr>
          </a:lstStyle>
          <a:p>
            <a:pPr lvl="0"/>
            <a:r>
              <a:rPr kumimoji="1" lang="ja-JP" altLang="en-US" dirty="0"/>
              <a:t>本文　游ゴシック</a:t>
            </a:r>
            <a:r>
              <a:rPr kumimoji="1" lang="en-US" altLang="ja-JP" dirty="0"/>
              <a:t>/Medium</a:t>
            </a:r>
          </a:p>
          <a:p>
            <a:pPr lvl="1"/>
            <a:r>
              <a:rPr kumimoji="1" lang="ja-JP" altLang="en-US" dirty="0"/>
              <a:t>第</a:t>
            </a:r>
            <a:r>
              <a:rPr kumimoji="1" lang="en-US" altLang="ja-JP" dirty="0"/>
              <a:t>2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第</a:t>
            </a:r>
            <a:r>
              <a:rPr kumimoji="1" lang="en-US" altLang="ja-JP" dirty="0"/>
              <a:t>3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第</a:t>
            </a:r>
            <a:r>
              <a:rPr kumimoji="1" lang="en-US" altLang="ja-JP" dirty="0"/>
              <a:t>4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第</a:t>
            </a:r>
            <a:r>
              <a:rPr kumimoji="1" lang="en-US" altLang="ja-JP" dirty="0"/>
              <a:t>5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5"/>
            <a:r>
              <a:rPr kumimoji="1" lang="ja-JP" altLang="en-US" dirty="0"/>
              <a:t>第</a:t>
            </a:r>
            <a:r>
              <a:rPr kumimoji="1" lang="en-US" altLang="ja-JP" dirty="0"/>
              <a:t>6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6"/>
            <a:r>
              <a:rPr kumimoji="1" lang="ja-JP" altLang="en-US" dirty="0"/>
              <a:t>第</a:t>
            </a:r>
            <a:r>
              <a:rPr kumimoji="1" lang="en-US" altLang="ja-JP" dirty="0"/>
              <a:t>7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7"/>
            <a:r>
              <a:rPr kumimoji="1" lang="ja-JP" altLang="en-US" dirty="0"/>
              <a:t>第</a:t>
            </a:r>
            <a:r>
              <a:rPr kumimoji="1" lang="en-US" altLang="ja-JP" dirty="0"/>
              <a:t>8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8"/>
            <a:r>
              <a:rPr kumimoji="1" lang="ja-JP" altLang="en-US" dirty="0"/>
              <a:t>第</a:t>
            </a:r>
            <a:r>
              <a:rPr kumimoji="1" lang="en-US" altLang="ja-JP" dirty="0"/>
              <a:t>9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1"/>
            <a:endParaRPr kumimoji="1" lang="en-US" altLang="ja-JP" dirty="0">
              <a:latin typeface="+mn-ea"/>
              <a:ea typeface="+mn-ea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E471190-5E8E-B70A-14D3-DF17C37B8B7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E18FDDE-94D8-814A-BE53-9326731C5EAB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7815031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1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20FE3C7-D304-9F91-A3F6-42FF1C00B761}"/>
              </a:ext>
            </a:extLst>
          </p:cNvPr>
          <p:cNvSpPr/>
          <p:nvPr userDrawn="1"/>
        </p:nvSpPr>
        <p:spPr>
          <a:xfrm>
            <a:off x="9036000" y="0"/>
            <a:ext cx="108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2"/>
              </a:solidFill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8E49E9A6-9BCF-4012-3276-9826F5670AE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645857" y="205579"/>
            <a:ext cx="1247317" cy="591863"/>
          </a:xfrm>
          <a:prstGeom prst="rect">
            <a:avLst/>
          </a:prstGeom>
        </p:spPr>
      </p:pic>
      <p:sp>
        <p:nvSpPr>
          <p:cNvPr id="2" name="タイトル 5">
            <a:extLst>
              <a:ext uri="{FF2B5EF4-FFF2-40B4-BE49-F238E27FC236}">
                <a16:creationId xmlns:a16="http://schemas.microsoft.com/office/drawing/2014/main" id="{16A57890-4986-9B48-561A-5EE1D307AC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6307" y="269717"/>
            <a:ext cx="6750743" cy="522605"/>
          </a:xfrm>
          <a:prstGeom prst="rect">
            <a:avLst/>
          </a:prstGeom>
        </p:spPr>
        <p:txBody>
          <a:bodyPr/>
          <a:lstStyle>
            <a:lvl1pPr>
              <a:defRPr sz="3200" b="1" i="0">
                <a:solidFill>
                  <a:schemeClr val="tx2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kumimoji="1" lang="ja-JP" altLang="en-US" dirty="0"/>
              <a:t>タイトル</a:t>
            </a:r>
            <a:r>
              <a:rPr kumimoji="1" lang="en-US" altLang="ja-JP" dirty="0"/>
              <a:t>    </a:t>
            </a:r>
            <a:r>
              <a:rPr kumimoji="1" lang="ja-JP" altLang="en-US" dirty="0"/>
              <a:t>游ゴシック</a:t>
            </a:r>
            <a:r>
              <a:rPr kumimoji="1" lang="en-US" altLang="ja-JP" dirty="0"/>
              <a:t>/Bold</a:t>
            </a:r>
            <a:endParaRPr kumimoji="1" lang="ja-JP" altLang="en-US" dirty="0"/>
          </a:p>
        </p:txBody>
      </p:sp>
      <p:sp>
        <p:nvSpPr>
          <p:cNvPr id="4" name="コンテンツ プレースホルダー 9">
            <a:extLst>
              <a:ext uri="{FF2B5EF4-FFF2-40B4-BE49-F238E27FC236}">
                <a16:creationId xmlns:a16="http://schemas.microsoft.com/office/drawing/2014/main" id="{CD3639CA-BE92-28DB-CBB0-122BA63BD9B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215899" y="1015999"/>
            <a:ext cx="8677275" cy="553243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1" i="0">
                <a:latin typeface="+mn-ea"/>
                <a:ea typeface="+mn-ea"/>
              </a:defRPr>
            </a:lvl1pPr>
            <a:lvl2pPr marL="457200" indent="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1800" b="1" i="0">
                <a:latin typeface="+mn-ea"/>
                <a:ea typeface="+mn-ea"/>
              </a:defRPr>
            </a:lvl2pPr>
            <a:lvl3pPr marL="914400" indent="0">
              <a:buFont typeface="Arial" panose="020B0604020202020204" pitchFamily="34" charset="0"/>
              <a:buNone/>
              <a:defRPr sz="1800" b="1">
                <a:latin typeface="+mn-ea"/>
                <a:ea typeface="+mn-ea"/>
              </a:defRPr>
            </a:lvl3pPr>
            <a:lvl4pPr marL="1371600" indent="0">
              <a:buFont typeface="Arial" panose="020B0604020202020204" pitchFamily="34" charset="0"/>
              <a:buNone/>
              <a:defRPr sz="1600" b="1">
                <a:latin typeface="+mn-ea"/>
                <a:ea typeface="+mn-ea"/>
              </a:defRPr>
            </a:lvl4pPr>
            <a:lvl5pPr marL="1828800" indent="0">
              <a:buFont typeface="Arial" panose="020B0604020202020204" pitchFamily="34" charset="0"/>
              <a:buNone/>
              <a:defRPr kumimoji="1" lang="en-US" altLang="ja-JP" sz="1600" smtClean="0">
                <a:latin typeface="+mn-ea"/>
                <a:ea typeface="+mn-ea"/>
              </a:defRPr>
            </a:lvl5pPr>
            <a:lvl6pPr marL="2286000" indent="0">
              <a:buFont typeface="Arial" panose="020B0604020202020204" pitchFamily="34" charset="0"/>
              <a:buNone/>
              <a:defRPr sz="1600" b="1"/>
            </a:lvl6pPr>
            <a:lvl7pPr marL="2743200" indent="0">
              <a:buFont typeface="Arial" panose="020B0604020202020204" pitchFamily="34" charset="0"/>
              <a:buNone/>
              <a:defRPr sz="1600" b="1"/>
            </a:lvl7pPr>
            <a:lvl8pPr marL="3200400" indent="0">
              <a:buFont typeface="Arial" panose="020B0604020202020204" pitchFamily="34" charset="0"/>
              <a:buNone/>
              <a:defRPr sz="1600" b="1"/>
            </a:lvl8pPr>
            <a:lvl9pPr marL="3657600" indent="0">
              <a:buFont typeface="Arial" panose="020B0604020202020204" pitchFamily="34" charset="0"/>
              <a:buNone/>
              <a:defRPr sz="1600" b="1"/>
            </a:lvl9pPr>
          </a:lstStyle>
          <a:p>
            <a:pPr lvl="0"/>
            <a:r>
              <a:rPr kumimoji="1" lang="ja-JP" altLang="en-US" dirty="0"/>
              <a:t>見出し　游ゴシック</a:t>
            </a:r>
            <a:r>
              <a:rPr kumimoji="1" lang="en-US" altLang="ja-JP" dirty="0"/>
              <a:t>/Bold</a:t>
            </a:r>
          </a:p>
          <a:p>
            <a:pPr lvl="1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5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6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7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8"/>
            <a:r>
              <a:rPr kumimoji="1" lang="ja-JP" altLang="en-US" dirty="0"/>
              <a:t>小見出し</a:t>
            </a:r>
          </a:p>
          <a:p>
            <a:pPr lvl="1"/>
            <a:endParaRPr kumimoji="1" lang="en-US" altLang="ja-JP" dirty="0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E8EC1A6-C753-5DAF-FD59-779E7806896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E18FDDE-94D8-814A-BE53-9326731C5EAB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3242307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1-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20FE3C7-D304-9F91-A3F6-42FF1C00B761}"/>
              </a:ext>
            </a:extLst>
          </p:cNvPr>
          <p:cNvSpPr/>
          <p:nvPr userDrawn="1"/>
        </p:nvSpPr>
        <p:spPr>
          <a:xfrm>
            <a:off x="9036000" y="0"/>
            <a:ext cx="108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2"/>
              </a:solidFill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8E49E9A6-9BCF-4012-3276-9826F5670AE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645857" y="205579"/>
            <a:ext cx="1247317" cy="591863"/>
          </a:xfrm>
          <a:prstGeom prst="rect">
            <a:avLst/>
          </a:prstGeom>
        </p:spPr>
      </p:pic>
      <p:sp>
        <p:nvSpPr>
          <p:cNvPr id="2" name="タイトル 5">
            <a:extLst>
              <a:ext uri="{FF2B5EF4-FFF2-40B4-BE49-F238E27FC236}">
                <a16:creationId xmlns:a16="http://schemas.microsoft.com/office/drawing/2014/main" id="{16A57890-4986-9B48-561A-5EE1D307AC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6307" y="269717"/>
            <a:ext cx="6750743" cy="522605"/>
          </a:xfrm>
          <a:prstGeom prst="rect">
            <a:avLst/>
          </a:prstGeom>
        </p:spPr>
        <p:txBody>
          <a:bodyPr/>
          <a:lstStyle>
            <a:lvl1pPr>
              <a:defRPr sz="3200" b="1" i="0">
                <a:solidFill>
                  <a:schemeClr val="tx2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 dirty="0"/>
              <a:t>    </a:t>
            </a:r>
            <a:r>
              <a:rPr kumimoji="1" lang="ja-JP" altLang="en-US"/>
              <a:t>游ゴシック</a:t>
            </a:r>
            <a:r>
              <a:rPr kumimoji="1" lang="en-US" altLang="ja-JP" dirty="0"/>
              <a:t>/Bold</a:t>
            </a:r>
            <a:endParaRPr kumimoji="1" lang="ja-JP" altLang="en-US"/>
          </a:p>
        </p:txBody>
      </p:sp>
      <p:sp>
        <p:nvSpPr>
          <p:cNvPr id="8" name="コンテンツ プレースホルダー 9">
            <a:extLst>
              <a:ext uri="{FF2B5EF4-FFF2-40B4-BE49-F238E27FC236}">
                <a16:creationId xmlns:a16="http://schemas.microsoft.com/office/drawing/2014/main" id="{089F0667-46A0-A61B-0163-7650574905D7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215899" y="1016000"/>
            <a:ext cx="8677275" cy="5532438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ts val="188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400" b="0" i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1pPr>
            <a:lvl2pPr marL="742950" indent="-285750">
              <a:lnSpc>
                <a:spcPts val="188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400" b="0" i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2pPr>
            <a:lvl3pPr marL="1371600" indent="-457200">
              <a:buFont typeface="Arial" panose="020B0604020202020204" pitchFamily="34" charset="0"/>
              <a:buChar char="•"/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3pPr>
            <a:lvl4pPr marL="1714500" indent="-342900">
              <a:buFont typeface="Arial" panose="020B0604020202020204" pitchFamily="34" charset="0"/>
              <a:buChar char="•"/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4pPr>
            <a:lvl5pPr marL="2171700" indent="-342900">
              <a:buFont typeface="Arial" panose="020B0604020202020204" pitchFamily="34" charset="0"/>
              <a:buChar char="•"/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5pPr>
            <a:lvl6pPr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6pPr>
            <a:lvl7pPr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7pPr>
            <a:lvl8pPr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8pPr>
            <a:lvl9pPr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9pPr>
          </a:lstStyle>
          <a:p>
            <a:pPr lvl="0"/>
            <a:r>
              <a:rPr kumimoji="1" lang="ja-JP" altLang="en-US" dirty="0"/>
              <a:t>本文　游ゴシック</a:t>
            </a:r>
            <a:r>
              <a:rPr kumimoji="1" lang="en-US" altLang="ja-JP" dirty="0"/>
              <a:t>/Medium</a:t>
            </a:r>
          </a:p>
          <a:p>
            <a:pPr lvl="1"/>
            <a:r>
              <a:rPr kumimoji="1" lang="ja-JP" altLang="en-US" dirty="0"/>
              <a:t>第</a:t>
            </a:r>
            <a:r>
              <a:rPr kumimoji="1" lang="en-US" altLang="ja-JP" dirty="0"/>
              <a:t>2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第</a:t>
            </a:r>
            <a:r>
              <a:rPr kumimoji="1" lang="en-US" altLang="ja-JP" dirty="0"/>
              <a:t>3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第</a:t>
            </a:r>
            <a:r>
              <a:rPr kumimoji="1" lang="en-US" altLang="ja-JP" dirty="0"/>
              <a:t>4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第</a:t>
            </a:r>
            <a:r>
              <a:rPr kumimoji="1" lang="en-US" altLang="ja-JP" dirty="0"/>
              <a:t>5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5"/>
            <a:r>
              <a:rPr kumimoji="1" lang="ja-JP" altLang="en-US" dirty="0"/>
              <a:t>第</a:t>
            </a:r>
            <a:r>
              <a:rPr kumimoji="1" lang="en-US" altLang="ja-JP" dirty="0"/>
              <a:t>6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6"/>
            <a:r>
              <a:rPr kumimoji="1" lang="ja-JP" altLang="en-US" dirty="0"/>
              <a:t>第</a:t>
            </a:r>
            <a:r>
              <a:rPr kumimoji="1" lang="en-US" altLang="ja-JP" dirty="0"/>
              <a:t>7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7"/>
            <a:r>
              <a:rPr kumimoji="1" lang="ja-JP" altLang="en-US" dirty="0"/>
              <a:t>第</a:t>
            </a:r>
            <a:r>
              <a:rPr kumimoji="1" lang="en-US" altLang="ja-JP" dirty="0"/>
              <a:t>8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8"/>
            <a:r>
              <a:rPr kumimoji="1" lang="ja-JP" altLang="en-US" dirty="0"/>
              <a:t>第</a:t>
            </a:r>
            <a:r>
              <a:rPr kumimoji="1" lang="en-US" altLang="ja-JP" dirty="0"/>
              <a:t>9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1"/>
            <a:endParaRPr kumimoji="1" lang="en-US" altLang="ja-JP" dirty="0">
              <a:latin typeface="+mn-ea"/>
              <a:ea typeface="+mn-ea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B7D9451-9A33-79B9-CCF8-F43103C70F5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E18FDDE-94D8-814A-BE53-9326731C5EAB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9711663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2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20FE3C7-D304-9F91-A3F6-42FF1C00B761}"/>
              </a:ext>
            </a:extLst>
          </p:cNvPr>
          <p:cNvSpPr/>
          <p:nvPr userDrawn="1"/>
        </p:nvSpPr>
        <p:spPr>
          <a:xfrm rot="16200000">
            <a:off x="4518000" y="-4510913"/>
            <a:ext cx="108000" cy="9144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2"/>
              </a:solidFill>
            </a:endParaRP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7F2A57CF-E381-80EF-3385-7565F5A82AA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39785" y="309563"/>
            <a:ext cx="1872000" cy="380173"/>
          </a:xfrm>
          <a:prstGeom prst="rect">
            <a:avLst/>
          </a:prstGeom>
        </p:spPr>
      </p:pic>
      <p:sp>
        <p:nvSpPr>
          <p:cNvPr id="2" name="タイトル 5">
            <a:extLst>
              <a:ext uri="{FF2B5EF4-FFF2-40B4-BE49-F238E27FC236}">
                <a16:creationId xmlns:a16="http://schemas.microsoft.com/office/drawing/2014/main" id="{AFEF4ADA-AD5F-E979-4BD9-9EB13E28654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6307" y="269717"/>
            <a:ext cx="6750743" cy="522605"/>
          </a:xfrm>
          <a:prstGeom prst="rect">
            <a:avLst/>
          </a:prstGeom>
        </p:spPr>
        <p:txBody>
          <a:bodyPr/>
          <a:lstStyle>
            <a:lvl1pPr>
              <a:defRPr sz="3200" b="1" i="0">
                <a:solidFill>
                  <a:schemeClr val="tx2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 dirty="0"/>
              <a:t>    </a:t>
            </a:r>
            <a:r>
              <a:rPr kumimoji="1" lang="ja-JP" altLang="en-US"/>
              <a:t>游ゴシック</a:t>
            </a:r>
            <a:r>
              <a:rPr kumimoji="1" lang="en-US" altLang="ja-JP" dirty="0"/>
              <a:t>/Bold</a:t>
            </a:r>
            <a:endParaRPr kumimoji="1" lang="ja-JP" altLang="en-US"/>
          </a:p>
        </p:txBody>
      </p:sp>
      <p:sp>
        <p:nvSpPr>
          <p:cNvPr id="9" name="コンテンツ プレースホルダー 9">
            <a:extLst>
              <a:ext uri="{FF2B5EF4-FFF2-40B4-BE49-F238E27FC236}">
                <a16:creationId xmlns:a16="http://schemas.microsoft.com/office/drawing/2014/main" id="{3D66E63C-B116-989E-4F0A-F42657C28DE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215899" y="1015999"/>
            <a:ext cx="8677275" cy="553243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1" i="0">
                <a:latin typeface="+mn-ea"/>
                <a:ea typeface="+mn-ea"/>
              </a:defRPr>
            </a:lvl1pPr>
            <a:lvl2pPr marL="457200" indent="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1800" b="1" i="0">
                <a:latin typeface="+mn-ea"/>
                <a:ea typeface="+mn-ea"/>
              </a:defRPr>
            </a:lvl2pPr>
            <a:lvl3pPr marL="914400" indent="0">
              <a:buFont typeface="Arial" panose="020B0604020202020204" pitchFamily="34" charset="0"/>
              <a:buNone/>
              <a:defRPr sz="1800" b="1">
                <a:latin typeface="+mn-ea"/>
                <a:ea typeface="+mn-ea"/>
              </a:defRPr>
            </a:lvl3pPr>
            <a:lvl4pPr marL="1371600" indent="0">
              <a:buFont typeface="Arial" panose="020B0604020202020204" pitchFamily="34" charset="0"/>
              <a:buNone/>
              <a:defRPr sz="1600" b="1">
                <a:latin typeface="+mn-ea"/>
                <a:ea typeface="+mn-ea"/>
              </a:defRPr>
            </a:lvl4pPr>
            <a:lvl5pPr marL="1828800" indent="0">
              <a:buFont typeface="Arial" panose="020B0604020202020204" pitchFamily="34" charset="0"/>
              <a:buNone/>
              <a:defRPr kumimoji="1" lang="en-US" altLang="ja-JP" sz="1600" b="1" smtClean="0">
                <a:latin typeface="+mn-ea"/>
                <a:ea typeface="+mn-ea"/>
              </a:defRPr>
            </a:lvl5pPr>
            <a:lvl6pPr marL="2286000" indent="0">
              <a:buFont typeface="Arial" panose="020B0604020202020204" pitchFamily="34" charset="0"/>
              <a:buNone/>
              <a:defRPr sz="1600" b="1"/>
            </a:lvl6pPr>
            <a:lvl7pPr marL="2743200" indent="0">
              <a:buFont typeface="Arial" panose="020B0604020202020204" pitchFamily="34" charset="0"/>
              <a:buNone/>
              <a:defRPr sz="1600" b="1"/>
            </a:lvl7pPr>
            <a:lvl8pPr marL="3200400" indent="0">
              <a:buFont typeface="Arial" panose="020B0604020202020204" pitchFamily="34" charset="0"/>
              <a:buNone/>
              <a:defRPr sz="1600" b="1"/>
            </a:lvl8pPr>
            <a:lvl9pPr marL="3657600" indent="0">
              <a:buFont typeface="Arial" panose="020B0604020202020204" pitchFamily="34" charset="0"/>
              <a:buNone/>
              <a:defRPr sz="1600" b="1"/>
            </a:lvl9pPr>
          </a:lstStyle>
          <a:p>
            <a:pPr lvl="0"/>
            <a:r>
              <a:rPr kumimoji="1" lang="ja-JP" altLang="en-US" dirty="0"/>
              <a:t>見出し　游ゴシック</a:t>
            </a:r>
            <a:r>
              <a:rPr kumimoji="1" lang="en-US" altLang="ja-JP" dirty="0"/>
              <a:t>/Bold</a:t>
            </a:r>
          </a:p>
          <a:p>
            <a:pPr lvl="1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5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6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7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8"/>
            <a:r>
              <a:rPr kumimoji="1" lang="ja-JP" altLang="en-US" dirty="0"/>
              <a:t>小見出し</a:t>
            </a:r>
            <a:endParaRPr kumimoji="1" lang="en-US" altLang="ja-JP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7C1C16E-E722-317B-FAA7-7DE22B1513B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E18FDDE-94D8-814A-BE53-9326731C5EAB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7814353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2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20FE3C7-D304-9F91-A3F6-42FF1C00B761}"/>
              </a:ext>
            </a:extLst>
          </p:cNvPr>
          <p:cNvSpPr/>
          <p:nvPr userDrawn="1"/>
        </p:nvSpPr>
        <p:spPr>
          <a:xfrm rot="16200000">
            <a:off x="4518000" y="-4510913"/>
            <a:ext cx="108000" cy="9144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2"/>
              </a:solidFill>
            </a:endParaRP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7F2A57CF-E381-80EF-3385-7565F5A82AA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39785" y="309563"/>
            <a:ext cx="1872000" cy="380173"/>
          </a:xfrm>
          <a:prstGeom prst="rect">
            <a:avLst/>
          </a:prstGeom>
        </p:spPr>
      </p:pic>
      <p:sp>
        <p:nvSpPr>
          <p:cNvPr id="2" name="タイトル 5">
            <a:extLst>
              <a:ext uri="{FF2B5EF4-FFF2-40B4-BE49-F238E27FC236}">
                <a16:creationId xmlns:a16="http://schemas.microsoft.com/office/drawing/2014/main" id="{AFEF4ADA-AD5F-E979-4BD9-9EB13E28654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6307" y="269717"/>
            <a:ext cx="6750743" cy="522605"/>
          </a:xfrm>
          <a:prstGeom prst="rect">
            <a:avLst/>
          </a:prstGeom>
        </p:spPr>
        <p:txBody>
          <a:bodyPr/>
          <a:lstStyle>
            <a:lvl1pPr>
              <a:defRPr sz="3200" b="1" i="0">
                <a:solidFill>
                  <a:schemeClr val="tx2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 dirty="0"/>
              <a:t>    </a:t>
            </a:r>
            <a:r>
              <a:rPr kumimoji="1" lang="ja-JP" altLang="en-US"/>
              <a:t>游ゴシック</a:t>
            </a:r>
            <a:r>
              <a:rPr kumimoji="1" lang="en-US" altLang="ja-JP" dirty="0"/>
              <a:t>/Bold</a:t>
            </a:r>
            <a:endParaRPr kumimoji="1" lang="ja-JP" altLang="en-US"/>
          </a:p>
        </p:txBody>
      </p:sp>
      <p:sp>
        <p:nvSpPr>
          <p:cNvPr id="5" name="コンテンツ プレースホルダー 9">
            <a:extLst>
              <a:ext uri="{FF2B5EF4-FFF2-40B4-BE49-F238E27FC236}">
                <a16:creationId xmlns:a16="http://schemas.microsoft.com/office/drawing/2014/main" id="{A21941E9-BC25-CD41-7DD9-C84917CC616F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215899" y="1016000"/>
            <a:ext cx="8677275" cy="5532438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ts val="188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400" b="0" i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1pPr>
            <a:lvl2pPr marL="742950" indent="-285750">
              <a:lnSpc>
                <a:spcPts val="188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400" b="0" i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2pPr>
            <a:lvl3pPr marL="1371600" indent="-457200">
              <a:buFont typeface="Arial" panose="020B0604020202020204" pitchFamily="34" charset="0"/>
              <a:buChar char="•"/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3pPr>
            <a:lvl4pPr marL="1714500" indent="-342900">
              <a:buFont typeface="Arial" panose="020B0604020202020204" pitchFamily="34" charset="0"/>
              <a:buChar char="•"/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4pPr>
            <a:lvl5pPr marL="2171700" indent="-342900">
              <a:buFont typeface="Arial" panose="020B0604020202020204" pitchFamily="34" charset="0"/>
              <a:buChar char="•"/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5pPr>
            <a:lvl6pPr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6pPr>
            <a:lvl7pPr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7pPr>
            <a:lvl8pPr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8pPr>
            <a:lvl9pPr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9pPr>
          </a:lstStyle>
          <a:p>
            <a:pPr lvl="0"/>
            <a:r>
              <a:rPr kumimoji="1" lang="ja-JP" altLang="en-US" dirty="0"/>
              <a:t>本文　游ゴシック</a:t>
            </a:r>
            <a:r>
              <a:rPr kumimoji="1" lang="en-US" altLang="ja-JP" dirty="0"/>
              <a:t>/Medium</a:t>
            </a:r>
          </a:p>
          <a:p>
            <a:pPr lvl="1"/>
            <a:r>
              <a:rPr kumimoji="1" lang="ja-JP" altLang="en-US" dirty="0"/>
              <a:t>第</a:t>
            </a:r>
            <a:r>
              <a:rPr kumimoji="1" lang="en-US" altLang="ja-JP" dirty="0"/>
              <a:t>2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第</a:t>
            </a:r>
            <a:r>
              <a:rPr kumimoji="1" lang="en-US" altLang="ja-JP" dirty="0"/>
              <a:t>3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第</a:t>
            </a:r>
            <a:r>
              <a:rPr kumimoji="1" lang="en-US" altLang="ja-JP" dirty="0"/>
              <a:t>4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第</a:t>
            </a:r>
            <a:r>
              <a:rPr kumimoji="1" lang="en-US" altLang="ja-JP" dirty="0"/>
              <a:t>5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5"/>
            <a:r>
              <a:rPr kumimoji="1" lang="ja-JP" altLang="en-US" dirty="0"/>
              <a:t>第</a:t>
            </a:r>
            <a:r>
              <a:rPr kumimoji="1" lang="en-US" altLang="ja-JP" dirty="0"/>
              <a:t>6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6"/>
            <a:r>
              <a:rPr kumimoji="1" lang="ja-JP" altLang="en-US" dirty="0"/>
              <a:t>第</a:t>
            </a:r>
            <a:r>
              <a:rPr kumimoji="1" lang="en-US" altLang="ja-JP" dirty="0"/>
              <a:t>7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7"/>
            <a:r>
              <a:rPr kumimoji="1" lang="ja-JP" altLang="en-US" dirty="0"/>
              <a:t>第</a:t>
            </a:r>
            <a:r>
              <a:rPr kumimoji="1" lang="en-US" altLang="ja-JP" dirty="0"/>
              <a:t>8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8"/>
            <a:r>
              <a:rPr kumimoji="1" lang="ja-JP" altLang="en-US" dirty="0"/>
              <a:t>第</a:t>
            </a:r>
            <a:r>
              <a:rPr kumimoji="1" lang="en-US" altLang="ja-JP" dirty="0"/>
              <a:t>9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1"/>
            <a:endParaRPr kumimoji="1" lang="en-US" altLang="ja-JP" dirty="0">
              <a:latin typeface="+mn-ea"/>
              <a:ea typeface="+mn-ea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F5CDC49-ECC2-0988-731A-66178240DA1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E18FDDE-94D8-814A-BE53-9326731C5EAB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410328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汎用ペー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91919845-9CF3-ADBC-8585-9A64BBBC886B}"/>
              </a:ext>
            </a:extLst>
          </p:cNvPr>
          <p:cNvSpPr/>
          <p:nvPr userDrawn="1"/>
        </p:nvSpPr>
        <p:spPr>
          <a:xfrm rot="16200000">
            <a:off x="4518000" y="-4510913"/>
            <a:ext cx="108000" cy="9144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2"/>
              </a:solidFill>
            </a:endParaRPr>
          </a:p>
        </p:txBody>
      </p:sp>
      <p:sp>
        <p:nvSpPr>
          <p:cNvPr id="4" name="タイトル 5">
            <a:extLst>
              <a:ext uri="{FF2B5EF4-FFF2-40B4-BE49-F238E27FC236}">
                <a16:creationId xmlns:a16="http://schemas.microsoft.com/office/drawing/2014/main" id="{0DAB86D9-26D3-57E9-BCF7-86D2317453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6307" y="269717"/>
            <a:ext cx="6750743" cy="522605"/>
          </a:xfrm>
          <a:prstGeom prst="rect">
            <a:avLst/>
          </a:prstGeom>
        </p:spPr>
        <p:txBody>
          <a:bodyPr/>
          <a:lstStyle>
            <a:lvl1pPr>
              <a:defRPr sz="3200" b="1" i="0">
                <a:solidFill>
                  <a:schemeClr val="tx2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 dirty="0"/>
              <a:t>    </a:t>
            </a:r>
            <a:r>
              <a:rPr kumimoji="1" lang="ja-JP" altLang="en-US"/>
              <a:t>游ゴシック</a:t>
            </a:r>
            <a:r>
              <a:rPr kumimoji="1" lang="en-US" altLang="ja-JP" dirty="0"/>
              <a:t>/Bold</a:t>
            </a:r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9149B1AC-6572-3976-1924-5B6188CE73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645857" y="312403"/>
            <a:ext cx="1247317" cy="591863"/>
          </a:xfrm>
          <a:prstGeom prst="rect">
            <a:avLst/>
          </a:prstGeom>
        </p:spPr>
      </p:pic>
      <p:sp>
        <p:nvSpPr>
          <p:cNvPr id="5" name="コンテンツ プレースホルダー 9">
            <a:extLst>
              <a:ext uri="{FF2B5EF4-FFF2-40B4-BE49-F238E27FC236}">
                <a16:creationId xmlns:a16="http://schemas.microsoft.com/office/drawing/2014/main" id="{798C8F0B-2DE2-CF98-646C-49B875A1A5F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215899" y="1015999"/>
            <a:ext cx="8677275" cy="553243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1" i="0">
                <a:latin typeface="+mn-ea"/>
                <a:ea typeface="+mn-ea"/>
              </a:defRPr>
            </a:lvl1pPr>
            <a:lvl2pPr marL="457200" indent="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1800" b="1" i="0">
                <a:latin typeface="+mn-ea"/>
                <a:ea typeface="+mn-ea"/>
              </a:defRPr>
            </a:lvl2pPr>
            <a:lvl3pPr marL="914400" indent="0">
              <a:buFont typeface="Arial" panose="020B0604020202020204" pitchFamily="34" charset="0"/>
              <a:buNone/>
              <a:defRPr sz="1800" b="1">
                <a:latin typeface="+mn-ea"/>
                <a:ea typeface="+mn-ea"/>
              </a:defRPr>
            </a:lvl3pPr>
            <a:lvl4pPr marL="1371600" indent="0">
              <a:buFont typeface="Arial" panose="020B0604020202020204" pitchFamily="34" charset="0"/>
              <a:buNone/>
              <a:defRPr sz="1600" b="1">
                <a:latin typeface="+mn-ea"/>
                <a:ea typeface="+mn-ea"/>
              </a:defRPr>
            </a:lvl4pPr>
            <a:lvl5pPr marL="1828800" indent="0">
              <a:buFont typeface="Arial" panose="020B0604020202020204" pitchFamily="34" charset="0"/>
              <a:buNone/>
              <a:defRPr kumimoji="1" lang="en-US" altLang="ja-JP" sz="1600" b="1" smtClean="0">
                <a:latin typeface="+mn-ea"/>
                <a:ea typeface="+mn-ea"/>
              </a:defRPr>
            </a:lvl5pPr>
            <a:lvl6pPr marL="2286000" indent="0">
              <a:buFont typeface="Arial" panose="020B0604020202020204" pitchFamily="34" charset="0"/>
              <a:buNone/>
              <a:defRPr sz="1600" b="1"/>
            </a:lvl6pPr>
            <a:lvl7pPr marL="2743200" indent="0">
              <a:buFont typeface="Arial" panose="020B0604020202020204" pitchFamily="34" charset="0"/>
              <a:buNone/>
              <a:defRPr sz="1600" b="1"/>
            </a:lvl7pPr>
            <a:lvl8pPr marL="3200400" indent="0">
              <a:buFont typeface="Arial" panose="020B0604020202020204" pitchFamily="34" charset="0"/>
              <a:buNone/>
              <a:defRPr sz="1600" b="1"/>
            </a:lvl8pPr>
            <a:lvl9pPr marL="3657600" indent="0">
              <a:buFont typeface="Arial" panose="020B0604020202020204" pitchFamily="34" charset="0"/>
              <a:buNone/>
              <a:defRPr sz="1600" b="1"/>
            </a:lvl9pPr>
          </a:lstStyle>
          <a:p>
            <a:pPr lvl="0"/>
            <a:r>
              <a:rPr kumimoji="1" lang="ja-JP" altLang="en-US" dirty="0"/>
              <a:t>見出し　游ゴシック</a:t>
            </a:r>
            <a:r>
              <a:rPr kumimoji="1" lang="en-US" altLang="ja-JP" dirty="0"/>
              <a:t>/Bold</a:t>
            </a:r>
            <a:endParaRPr kumimoji="1" lang="en-US" altLang="ja-JP" dirty="0">
              <a:latin typeface="+mn-ea"/>
              <a:ea typeface="+mn-ea"/>
            </a:endParaRPr>
          </a:p>
          <a:p>
            <a:pPr lvl="1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5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6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7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8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0"/>
            <a:endParaRPr kumimoji="1" lang="en-US" altLang="ja-JP" dirty="0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ACAFD09A-9DD3-5752-5709-FE50A9A5637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E18FDDE-94D8-814A-BE53-9326731C5EAB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4288190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2-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8E49E9A6-9BCF-4012-3276-9826F5670AE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645857" y="312403"/>
            <a:ext cx="1247317" cy="591863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91919845-9CF3-ADBC-8585-9A64BBBC886B}"/>
              </a:ext>
            </a:extLst>
          </p:cNvPr>
          <p:cNvSpPr/>
          <p:nvPr userDrawn="1"/>
        </p:nvSpPr>
        <p:spPr>
          <a:xfrm rot="16200000">
            <a:off x="4518000" y="-4510913"/>
            <a:ext cx="108000" cy="9144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2"/>
              </a:solidFill>
            </a:endParaRPr>
          </a:p>
        </p:txBody>
      </p:sp>
      <p:sp>
        <p:nvSpPr>
          <p:cNvPr id="4" name="タイトル 5">
            <a:extLst>
              <a:ext uri="{FF2B5EF4-FFF2-40B4-BE49-F238E27FC236}">
                <a16:creationId xmlns:a16="http://schemas.microsoft.com/office/drawing/2014/main" id="{0DAB86D9-26D3-57E9-BCF7-86D2317453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6307" y="269717"/>
            <a:ext cx="6750743" cy="522605"/>
          </a:xfrm>
          <a:prstGeom prst="rect">
            <a:avLst/>
          </a:prstGeom>
        </p:spPr>
        <p:txBody>
          <a:bodyPr/>
          <a:lstStyle>
            <a:lvl1pPr>
              <a:defRPr sz="3200" b="1" i="0">
                <a:solidFill>
                  <a:schemeClr val="tx2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 dirty="0"/>
              <a:t>    </a:t>
            </a:r>
            <a:r>
              <a:rPr kumimoji="1" lang="ja-JP" altLang="en-US"/>
              <a:t>游ゴシック</a:t>
            </a:r>
            <a:r>
              <a:rPr kumimoji="1" lang="en-US" altLang="ja-JP" dirty="0"/>
              <a:t>/Bold</a:t>
            </a:r>
            <a:endParaRPr kumimoji="1" lang="ja-JP" altLang="en-US"/>
          </a:p>
        </p:txBody>
      </p:sp>
      <p:sp>
        <p:nvSpPr>
          <p:cNvPr id="7" name="コンテンツ プレースホルダー 9">
            <a:extLst>
              <a:ext uri="{FF2B5EF4-FFF2-40B4-BE49-F238E27FC236}">
                <a16:creationId xmlns:a16="http://schemas.microsoft.com/office/drawing/2014/main" id="{1749A747-08AB-5CB7-36CA-A3A3A205126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215899" y="1016000"/>
            <a:ext cx="8677275" cy="5532438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ts val="188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400" b="0" i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1pPr>
            <a:lvl2pPr marL="742950" indent="-285750">
              <a:lnSpc>
                <a:spcPts val="188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400" b="0" i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2pPr>
            <a:lvl3pPr marL="1371600" indent="-457200">
              <a:buFont typeface="Arial" panose="020B0604020202020204" pitchFamily="34" charset="0"/>
              <a:buChar char="•"/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3pPr>
            <a:lvl4pPr marL="1714500" indent="-342900">
              <a:buFont typeface="Arial" panose="020B0604020202020204" pitchFamily="34" charset="0"/>
              <a:buChar char="•"/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4pPr>
            <a:lvl5pPr marL="2171700" indent="-342900">
              <a:buFont typeface="Arial" panose="020B0604020202020204" pitchFamily="34" charset="0"/>
              <a:buChar char="•"/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5pPr>
            <a:lvl6pPr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6pPr>
            <a:lvl7pPr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7pPr>
            <a:lvl8pPr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8pPr>
            <a:lvl9pPr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9pPr>
          </a:lstStyle>
          <a:p>
            <a:pPr lvl="0"/>
            <a:r>
              <a:rPr kumimoji="1" lang="ja-JP" altLang="en-US" dirty="0"/>
              <a:t>本文　游ゴシック</a:t>
            </a:r>
            <a:r>
              <a:rPr kumimoji="1" lang="en-US" altLang="ja-JP" dirty="0"/>
              <a:t>/Medium</a:t>
            </a:r>
          </a:p>
          <a:p>
            <a:pPr lvl="1"/>
            <a:r>
              <a:rPr kumimoji="1" lang="ja-JP" altLang="en-US" dirty="0"/>
              <a:t>第</a:t>
            </a:r>
            <a:r>
              <a:rPr kumimoji="1" lang="en-US" altLang="ja-JP" dirty="0"/>
              <a:t>2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第</a:t>
            </a:r>
            <a:r>
              <a:rPr kumimoji="1" lang="en-US" altLang="ja-JP" dirty="0"/>
              <a:t>3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第</a:t>
            </a:r>
            <a:r>
              <a:rPr kumimoji="1" lang="en-US" altLang="ja-JP" dirty="0"/>
              <a:t>4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第</a:t>
            </a:r>
            <a:r>
              <a:rPr kumimoji="1" lang="en-US" altLang="ja-JP" dirty="0"/>
              <a:t>5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5"/>
            <a:r>
              <a:rPr kumimoji="1" lang="ja-JP" altLang="en-US" dirty="0"/>
              <a:t>第</a:t>
            </a:r>
            <a:r>
              <a:rPr kumimoji="1" lang="en-US" altLang="ja-JP" dirty="0"/>
              <a:t>6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6"/>
            <a:r>
              <a:rPr kumimoji="1" lang="ja-JP" altLang="en-US" dirty="0"/>
              <a:t>第</a:t>
            </a:r>
            <a:r>
              <a:rPr kumimoji="1" lang="en-US" altLang="ja-JP" dirty="0"/>
              <a:t>7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7"/>
            <a:r>
              <a:rPr kumimoji="1" lang="ja-JP" altLang="en-US" dirty="0"/>
              <a:t>第</a:t>
            </a:r>
            <a:r>
              <a:rPr kumimoji="1" lang="en-US" altLang="ja-JP" dirty="0"/>
              <a:t>8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8"/>
            <a:r>
              <a:rPr kumimoji="1" lang="ja-JP" altLang="en-US" dirty="0"/>
              <a:t>第</a:t>
            </a:r>
            <a:r>
              <a:rPr kumimoji="1" lang="en-US" altLang="ja-JP" dirty="0"/>
              <a:t>9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1"/>
            <a:endParaRPr kumimoji="1" lang="en-US" altLang="ja-JP" dirty="0">
              <a:latin typeface="+mn-ea"/>
              <a:ea typeface="+mn-ea"/>
            </a:endParaRP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55159769-5039-0622-A6C3-D01F0576FE6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E18FDDE-94D8-814A-BE53-9326731C5EAB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4651188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43B3EE57-0235-E1D1-BEDF-31C6FA47F38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E18FDDE-94D8-814A-BE53-9326731C5EAB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3331245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618E299-3395-7BEC-7277-203C43AABE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5680" y="6539230"/>
            <a:ext cx="4483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chemeClr val="tx1"/>
                </a:solidFill>
              </a:defRPr>
            </a:lvl1pPr>
          </a:lstStyle>
          <a:p>
            <a:fld id="{BE18FDDE-94D8-814A-BE53-9326731C5EAB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3735027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47" r:id="rId1"/>
    <p:sldLayoutId id="2147483849" r:id="rId2"/>
    <p:sldLayoutId id="2147483741" r:id="rId3"/>
    <p:sldLayoutId id="2147483852" r:id="rId4"/>
    <p:sldLayoutId id="2147483853" r:id="rId5"/>
    <p:sldLayoutId id="2147483744" r:id="rId6"/>
    <p:sldLayoutId id="2147483854" r:id="rId7"/>
    <p:sldLayoutId id="2147483855" r:id="rId8"/>
    <p:sldLayoutId id="2147483856" r:id="rId9"/>
    <p:sldLayoutId id="2147483748" r:id="rId10"/>
    <p:sldLayoutId id="2147483857" r:id="rId11"/>
    <p:sldLayoutId id="2147483750" r:id="rId12"/>
    <p:sldLayoutId id="2147483848" r:id="rId13"/>
    <p:sldLayoutId id="2147483851" r:id="rId14"/>
    <p:sldLayoutId id="2147483858" r:id="rId15"/>
    <p:sldLayoutId id="2147483740" r:id="rId16"/>
    <p:sldLayoutId id="2147483756" r:id="rId17"/>
    <p:sldLayoutId id="2147483754" r:id="rId18"/>
    <p:sldLayoutId id="2147483758" r:id="rId19"/>
    <p:sldLayoutId id="2147483859" r:id="rId20"/>
    <p:sldLayoutId id="2147483759" r:id="rId21"/>
    <p:sldLayoutId id="2147483850" r:id="rId2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pos="2880" userDrawn="1">
          <p15:clr>
            <a:srgbClr val="F26B43"/>
          </p15:clr>
        </p15:guide>
        <p15:guide id="2" orient="horz" pos="2160" userDrawn="1">
          <p15:clr>
            <a:srgbClr val="F26B43"/>
          </p15:clr>
        </p15:guide>
        <p15:guide id="3" pos="499" userDrawn="1">
          <p15:clr>
            <a:srgbClr val="F26B43"/>
          </p15:clr>
        </p15:guide>
        <p15:guide id="4" pos="5261" userDrawn="1">
          <p15:clr>
            <a:srgbClr val="F26B43"/>
          </p15:clr>
        </p15:guide>
        <p15:guide id="5" orient="horz" pos="3680" userDrawn="1">
          <p15:clr>
            <a:srgbClr val="F26B43"/>
          </p15:clr>
        </p15:guide>
        <p15:guide id="6" pos="5602" userDrawn="1">
          <p15:clr>
            <a:srgbClr val="F26B43"/>
          </p15:clr>
        </p15:guide>
        <p15:guide id="7" pos="136" userDrawn="1">
          <p15:clr>
            <a:srgbClr val="F26B43"/>
          </p15:clr>
        </p15:guide>
        <p15:guide id="8" orient="horz" pos="195" userDrawn="1">
          <p15:clr>
            <a:srgbClr val="F26B43"/>
          </p15:clr>
        </p15:guide>
        <p15:guide id="9" orient="horz" pos="4125" userDrawn="1">
          <p15:clr>
            <a:srgbClr val="F26B43"/>
          </p15:clr>
        </p15:guide>
        <p15:guide id="10" pos="272" userDrawn="1">
          <p15:clr>
            <a:srgbClr val="F26B43"/>
          </p15:clr>
        </p15:guide>
        <p15:guide id="11" pos="5488" userDrawn="1">
          <p15:clr>
            <a:srgbClr val="F26B43"/>
          </p15:clr>
        </p15:guide>
        <p15:guide id="12" orient="horz" pos="640" userDrawn="1">
          <p15:clr>
            <a:srgbClr val="F26B43"/>
          </p15:clr>
        </p15:guide>
        <p15:guide id="13" orient="horz" pos="754" userDrawn="1">
          <p15:clr>
            <a:srgbClr val="F26B43"/>
          </p15:clr>
        </p15:guide>
        <p15:guide id="14" orient="horz" pos="2659" userDrawn="1">
          <p15:clr>
            <a:srgbClr val="F26B43"/>
          </p15:clr>
        </p15:guide>
        <p15:guide id="15" orient="horz" pos="3566" userDrawn="1">
          <p15:clr>
            <a:srgbClr val="F26B43"/>
          </p15:clr>
        </p15:guide>
        <p15:guide id="16" orient="horz" pos="1661" userDrawn="1">
          <p15:clr>
            <a:srgbClr val="F26B43"/>
          </p15:clr>
        </p15:guide>
        <p15:guide id="17" pos="2506" userDrawn="1">
          <p15:clr>
            <a:srgbClr val="F26B43"/>
          </p15:clr>
        </p15:guide>
        <p15:guide id="18" pos="3254" userDrawn="1">
          <p15:clr>
            <a:srgbClr val="F26B43"/>
          </p15:clr>
        </p15:guide>
        <p15:guide id="19" pos="5692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1417320"/>
            <a:ext cx="8055864" cy="146304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r>
              <a:rPr sz="2800" b="1" i="0">
                <a:solidFill>
                  <a:srgbClr val="1C3077"/>
                </a:solidFill>
                <a:latin typeface="Arial"/>
              </a:rPr>
              <a:t>Where NV electromagnetically induced transparency lives,</a:t>
            </a:r>
          </a:p>
          <a:p>
            <a:r>
              <a:rPr sz="2800" b="1" i="0">
                <a:solidFill>
                  <a:srgbClr val="1C3077"/>
                </a:solidFill>
                <a:latin typeface="Arial"/>
              </a:rPr>
              <a:t>and where it inverts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3291840"/>
            <a:ext cx="5513832" cy="36576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800" b="1" i="0">
                <a:solidFill>
                  <a:srgbClr val="1A1A1A"/>
                </a:solidFill>
                <a:latin typeface="Arial"/>
              </a:rPr>
              <a:t>Risei Abe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703320"/>
            <a:ext cx="5943600" cy="91440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600" b="0" i="0">
                <a:solidFill>
                  <a:srgbClr val="555555"/>
                </a:solidFill>
                <a:latin typeface="Arial"/>
              </a:rPr>
              <a:t>Department of Electrical and Electronic Engineering</a:t>
            </a:r>
          </a:p>
          <a:p>
            <a:r>
              <a:rPr sz="1600" b="0" i="0">
                <a:solidFill>
                  <a:srgbClr val="555555"/>
                </a:solidFill>
                <a:latin typeface="Arial"/>
              </a:rPr>
              <a:t>Institute of Science Tokyo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02936" y="6492240"/>
            <a:ext cx="3794760" cy="29260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/>
            <a:r>
              <a:rPr sz="1600" b="0" i="0">
                <a:solidFill>
                  <a:srgbClr val="555555"/>
                </a:solidFill>
                <a:latin typeface="Arial"/>
              </a:rPr>
              <a:t>Group seminar / progress report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 i="0">
                <a:solidFill>
                  <a:srgbClr val="1C3077"/>
                </a:solidFill>
                <a:latin typeface="Arial"/>
              </a:rPr>
              <a:t>Outline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353312"/>
            <a:ext cx="8321040" cy="804672"/>
          </a:xfrm>
          <a:prstGeom prst="roundRect">
            <a:avLst>
              <a:gd name="adj" fmla="val 6000"/>
            </a:avLst>
          </a:prstGeom>
          <a:solidFill>
            <a:srgbClr val="EE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800" b="1" i="0">
                <a:solidFill>
                  <a:srgbClr val="1C3077"/>
                </a:solidFill>
                <a:latin typeface="Arial"/>
              </a:rPr>
              <a:t>1.  </a:t>
            </a:r>
            <a:r>
              <a:rPr sz="1800" b="1" i="0">
                <a:solidFill>
                  <a:srgbClr val="1C3077"/>
                </a:solidFill>
                <a:latin typeface="Arial"/>
              </a:rPr>
              <a:t>Introduction</a:t>
            </a:r>
          </a:p>
          <a:p>
            <a:r>
              <a:rPr sz="1600" b="0" i="0">
                <a:solidFill>
                  <a:srgbClr val="1A1A1A"/>
                </a:solidFill>
                <a:latin typeface="Arial"/>
              </a:rPr>
              <a:t>What EIT is, why NV, and what we ask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2240280"/>
            <a:ext cx="8321040" cy="804672"/>
          </a:xfrm>
          <a:prstGeom prst="roundRect">
            <a:avLst>
              <a:gd name="adj" fmla="val 6000"/>
            </a:avLst>
          </a:prstGeom>
          <a:solidFill>
            <a:srgbClr val="EE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800" b="1" i="0">
                <a:solidFill>
                  <a:srgbClr val="1C3077"/>
                </a:solidFill>
                <a:latin typeface="Arial"/>
              </a:rPr>
              <a:t>2.  </a:t>
            </a:r>
            <a:r>
              <a:rPr sz="1800" b="1" i="0">
                <a:solidFill>
                  <a:srgbClr val="1C3077"/>
                </a:solidFill>
                <a:latin typeface="Arial"/>
              </a:rPr>
              <a:t>Method</a:t>
            </a:r>
          </a:p>
          <a:p>
            <a:r>
              <a:rPr sz="1600" b="0" i="0">
                <a:solidFill>
                  <a:srgbClr val="1A1A1A"/>
                </a:solidFill>
                <a:latin typeface="Arial"/>
              </a:rPr>
              <a:t>The no-go criterion and how each operating point is judged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3127248"/>
            <a:ext cx="8321040" cy="804672"/>
          </a:xfrm>
          <a:prstGeom prst="roundRect">
            <a:avLst>
              <a:gd name="adj" fmla="val 6000"/>
            </a:avLst>
          </a:prstGeom>
          <a:solidFill>
            <a:srgbClr val="EE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800" b="1" i="0">
                <a:solidFill>
                  <a:srgbClr val="1C3077"/>
                </a:solidFill>
                <a:latin typeface="Arial"/>
              </a:rPr>
              <a:t>3.  </a:t>
            </a:r>
            <a:r>
              <a:rPr sz="1800" b="1" i="0">
                <a:solidFill>
                  <a:srgbClr val="1C3077"/>
                </a:solidFill>
                <a:latin typeface="Arial"/>
              </a:rPr>
              <a:t>Results</a:t>
            </a:r>
          </a:p>
          <a:p>
            <a:r>
              <a:rPr sz="1600" b="0" i="0">
                <a:solidFill>
                  <a:srgbClr val="1A1A1A"/>
                </a:solidFill>
                <a:latin typeface="Arial"/>
              </a:rPr>
              <a:t>Sanity check, the island, room temperature, the field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4014215"/>
            <a:ext cx="8321040" cy="804672"/>
          </a:xfrm>
          <a:prstGeom prst="roundRect">
            <a:avLst>
              <a:gd name="adj" fmla="val 6000"/>
            </a:avLst>
          </a:prstGeom>
          <a:solidFill>
            <a:srgbClr val="EE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800" b="1" i="0">
                <a:solidFill>
                  <a:srgbClr val="1C3077"/>
                </a:solidFill>
                <a:latin typeface="Arial"/>
              </a:rPr>
              <a:t>4.  </a:t>
            </a:r>
            <a:r>
              <a:rPr sz="1800" b="1" i="0">
                <a:solidFill>
                  <a:srgbClr val="1C3077"/>
                </a:solidFill>
                <a:latin typeface="Arial"/>
              </a:rPr>
              <a:t>Discussion</a:t>
            </a:r>
          </a:p>
          <a:p>
            <a:r>
              <a:rPr sz="1600" b="0" i="0">
                <a:solidFill>
                  <a:srgbClr val="1A1A1A"/>
                </a:solidFill>
                <a:latin typeface="Arial"/>
              </a:rPr>
              <a:t>What to measure, and why room temperature fails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4901183"/>
            <a:ext cx="8321040" cy="804672"/>
          </a:xfrm>
          <a:prstGeom prst="roundRect">
            <a:avLst>
              <a:gd name="adj" fmla="val 6000"/>
            </a:avLst>
          </a:prstGeom>
          <a:solidFill>
            <a:srgbClr val="EE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800" b="1" i="0">
                <a:solidFill>
                  <a:srgbClr val="1C3077"/>
                </a:solidFill>
                <a:latin typeface="Arial"/>
              </a:rPr>
              <a:t>5.  </a:t>
            </a:r>
            <a:r>
              <a:rPr sz="1800" b="1" i="0">
                <a:solidFill>
                  <a:srgbClr val="1C3077"/>
                </a:solidFill>
                <a:latin typeface="Arial"/>
              </a:rPr>
              <a:t>Summary</a:t>
            </a:r>
          </a:p>
          <a:p>
            <a:r>
              <a:rPr sz="1600" b="0" i="0">
                <a:solidFill>
                  <a:srgbClr val="1A1A1A"/>
                </a:solidFill>
                <a:latin typeface="Arial"/>
              </a:rPr>
              <a:t>Operating window fixed; experiment this year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063240"/>
            <a:ext cx="7918704" cy="100584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r>
              <a:rPr sz="2800" b="1" i="0">
                <a:solidFill>
                  <a:srgbClr val="7F96C2"/>
                </a:solidFill>
                <a:latin typeface="Arial"/>
              </a:rPr>
              <a:t>I.  </a:t>
            </a:r>
            <a:r>
              <a:rPr sz="2800" b="1" i="0">
                <a:solidFill>
                  <a:srgbClr val="1C3077"/>
                </a:solidFill>
                <a:latin typeface="Arial"/>
              </a:rPr>
              <a:t>Introduction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6400800" cy="73152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l"/>
            <a:r>
              <a:rPr sz="2000" b="1" i="0">
                <a:solidFill>
                  <a:srgbClr val="1C3077"/>
                </a:solidFill>
                <a:latin typeface="Arial"/>
              </a:rPr>
              <a:t>A control laser makes two excitation paths interfere, turning an absorber transparent.</a:t>
            </a:r>
          </a:p>
        </p:txBody>
      </p:sp>
      <p:pic>
        <p:nvPicPr>
          <p:cNvPr id="3" name="Picture 2" descr="lambda_sche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91640"/>
            <a:ext cx="4617720" cy="31363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303520" y="1691640"/>
            <a:ext cx="3429000" cy="39319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Two ground states, one excited state: the </a:t>
            </a:r>
            <a:r>
              <a:rPr sz="1600" b="1" i="0">
                <a:solidFill>
                  <a:srgbClr val="1A1A1A"/>
                </a:solidFill>
                <a:latin typeface="Arial"/>
              </a:rPr>
              <a:t>Λ</a:t>
            </a:r>
            <a:r>
              <a:rPr sz="1600" b="0" i="0">
                <a:solidFill>
                  <a:srgbClr val="1A1A1A"/>
                </a:solidFill>
                <a:latin typeface="Arial"/>
              </a:rPr>
              <a:t> system.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The two absorption paths cancel at two-photon resonance.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Population is trapped in a </a:t>
            </a:r>
            <a:r>
              <a:rPr sz="1600" b="1" i="0">
                <a:solidFill>
                  <a:srgbClr val="1C3077"/>
                </a:solidFill>
                <a:latin typeface="Arial"/>
              </a:rPr>
              <a:t>dark state</a:t>
            </a:r>
            <a:r>
              <a:rPr sz="1600" b="0" i="0">
                <a:solidFill>
                  <a:srgbClr val="1A1A1A"/>
                </a:solidFill>
                <a:latin typeface="Arial"/>
              </a:rPr>
              <a:t> that the light cannot excite.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Requires a long-lived ground coherence: it is destroyed by dephasing.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5742432"/>
            <a:ext cx="8321040" cy="731520"/>
          </a:xfrm>
          <a:prstGeom prst="roundRect">
            <a:avLst>
              <a:gd name="adj" fmla="val 12000"/>
            </a:avLst>
          </a:prstGeom>
          <a:solidFill>
            <a:srgbClr val="EE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/>
            <a:r>
              <a:rPr sz="2000" b="0" i="0">
                <a:solidFill>
                  <a:srgbClr val="1A1A1A"/>
                </a:solidFill>
                <a:latin typeface="Arial"/>
              </a:rPr>
              <a:t>In the ideal Λ system probe absorption vanishes at two-photon resonance when the ground coherence is long-lived.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6400800" cy="73152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l"/>
            <a:r>
              <a:rPr sz="2000" b="1" i="0">
                <a:solidFill>
                  <a:srgbClr val="1C3077"/>
                </a:solidFill>
                <a:latin typeface="Arial"/>
              </a:rPr>
              <a:t>We turned to NV because the group-IV centres that motivated us have no settled model.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371600"/>
            <a:ext cx="3977639" cy="32004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800" b="1" i="0">
                <a:solidFill>
                  <a:srgbClr val="555555"/>
                </a:solidFill>
                <a:latin typeface="Arial"/>
              </a:rPr>
              <a:t>SiV / SnV — where we started</a:t>
            </a:r>
          </a:p>
          <a:p>
            <a:pPr>
              <a:spcBef>
                <a:spcPts val="7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Inversion symmetric: optical line robust against electric noise</a:t>
            </a:r>
          </a:p>
          <a:p>
            <a:pPr>
              <a:spcBef>
                <a:spcPts val="7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Orbital Λ channel, no spin-overlap obstruction</a:t>
            </a:r>
          </a:p>
          <a:p>
            <a:pPr>
              <a:spcBef>
                <a:spcPts val="7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Room-temperature EIT was the hope</a:t>
            </a:r>
          </a:p>
          <a:p>
            <a:pPr>
              <a:spcBef>
                <a:spcPts val="7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But: excited-state Hamiltonian and phonon rates not settled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663440" y="1371600"/>
            <a:ext cx="3977639" cy="3200400"/>
          </a:xfrm>
          <a:prstGeom prst="roundRect">
            <a:avLst>
              <a:gd name="adj" fmla="val 6000"/>
            </a:avLst>
          </a:prstGeom>
          <a:solidFill>
            <a:srgbClr val="EE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800" b="1" i="0">
                <a:solidFill>
                  <a:srgbClr val="1C3077"/>
                </a:solidFill>
                <a:latin typeface="Arial"/>
              </a:rPr>
              <a:t>NV — where we can compute</a:t>
            </a:r>
          </a:p>
          <a:p>
            <a:pPr>
              <a:spcBef>
                <a:spcPts val="7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³E Hamiltonian measured and published</a:t>
            </a:r>
          </a:p>
          <a:p>
            <a:pPr>
              <a:spcBef>
                <a:spcPts val="7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Phonon-induced orbital hopping rate Γₓᵧ(T) measured</a:t>
            </a:r>
          </a:p>
          <a:p>
            <a:pPr>
              <a:spcBef>
                <a:spcPts val="7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Cryogenic ensemble EIT already demonstrated</a:t>
            </a:r>
          </a:p>
          <a:p>
            <a:pPr>
              <a:spcBef>
                <a:spcPts val="7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So the theory can be tested against something known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800600"/>
            <a:ext cx="8321040" cy="8686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600" b="1" i="0">
                <a:solidFill>
                  <a:srgbClr val="1C3077"/>
                </a:solidFill>
                <a:latin typeface="Arial"/>
              </a:rPr>
              <a:t>Strategy: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build the criterion on NV, where every input is known, then carry the same criterion back to group-IV.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5742432"/>
            <a:ext cx="8321040" cy="731520"/>
          </a:xfrm>
          <a:prstGeom prst="roundRect">
            <a:avLst>
              <a:gd name="adj" fmla="val 12000"/>
            </a:avLst>
          </a:prstGeom>
          <a:solidFill>
            <a:srgbClr val="EE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/>
            <a:r>
              <a:rPr sz="2000" b="0" i="0">
                <a:solidFill>
                  <a:srgbClr val="1A1A1A"/>
                </a:solidFill>
                <a:latin typeface="Arial"/>
              </a:rPr>
              <a:t>NV wins as a test bed not on material grounds but because its excited-state model and phonon rates are independently measured.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6400800" cy="73152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l"/>
            <a:r>
              <a:rPr sz="2000" b="1" i="0">
                <a:solidFill>
                  <a:srgbClr val="1C3077"/>
                </a:solidFill>
                <a:latin typeface="Arial"/>
              </a:rPr>
              <a:t>We ask whether NV EIT survives to room temperature, and if not, exactly where it stops.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417320"/>
            <a:ext cx="8321040" cy="1234440"/>
          </a:xfrm>
          <a:prstGeom prst="roundRect">
            <a:avLst>
              <a:gd name="adj" fmla="val 6000"/>
            </a:avLst>
          </a:prstGeom>
          <a:solidFill>
            <a:srgbClr val="1C3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Is room-temperature NV EIT possible?</a:t>
            </a:r>
          </a:p>
          <a:p>
            <a:pPr algn="ctr"/>
            <a:r>
              <a:rPr sz="1800" b="0" i="0">
                <a:solidFill>
                  <a:srgbClr val="D8E2F3"/>
                </a:solidFill>
                <a:latin typeface="Arial"/>
              </a:rPr>
              <a:t>If not — up to what temperature can it be observed at all?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2926080"/>
            <a:ext cx="8321040" cy="274320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1" i="0">
                <a:solidFill>
                  <a:srgbClr val="1C3077"/>
                </a:solidFill>
                <a:latin typeface="Arial"/>
              </a:rPr>
              <a:t>Known: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NV ensemble EIT is demonstrated at cryogenic temperature.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1" i="0">
                <a:solidFill>
                  <a:srgbClr val="1C3077"/>
                </a:solidFill>
                <a:latin typeface="Arial"/>
              </a:rPr>
              <a:t>Missing: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any microscopic account of why it disappears on warming.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The usual answer — “dephasing grows” — predicts only a monotone fade. It predicts no lower bound, no field threshold, and no change of sign.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1" i="0">
                <a:solidFill>
                  <a:srgbClr val="C00000"/>
                </a:solidFill>
                <a:latin typeface="Arial"/>
              </a:rPr>
              <a:t>All three occur.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5742432"/>
            <a:ext cx="8321040" cy="731520"/>
          </a:xfrm>
          <a:prstGeom prst="roundRect">
            <a:avLst>
              <a:gd name="adj" fmla="val 12000"/>
            </a:avLst>
          </a:prstGeom>
          <a:solidFill>
            <a:srgbClr val="EE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/>
            <a:r>
              <a:rPr sz="2000" b="0" i="0">
                <a:solidFill>
                  <a:srgbClr val="1A1A1A"/>
                </a:solidFill>
                <a:latin typeface="Arial"/>
              </a:rPr>
              <a:t>Cryogenic NV ensemble EIT is established; no published work fixes its upper temperature limit or its collapse mechanism.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063240"/>
            <a:ext cx="7918704" cy="100584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r>
              <a:rPr sz="2800" b="1" i="0">
                <a:solidFill>
                  <a:srgbClr val="7F96C2"/>
                </a:solidFill>
                <a:latin typeface="Arial"/>
              </a:rPr>
              <a:t>II.  </a:t>
            </a:r>
            <a:r>
              <a:rPr sz="2800" b="1" i="0">
                <a:solidFill>
                  <a:srgbClr val="1C3077"/>
                </a:solidFill>
                <a:latin typeface="Arial"/>
              </a:rPr>
              <a:t>Method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6400800" cy="73152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l"/>
            <a:r>
              <a:rPr sz="2000" b="1" i="0">
                <a:solidFill>
                  <a:srgbClr val="1C3077"/>
                </a:solidFill>
                <a:latin typeface="Arial"/>
              </a:rPr>
              <a:t>A no-go says the targeted pathway contributes nothing — not that the total response vanishes.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325880"/>
            <a:ext cx="3977639" cy="1371600"/>
          </a:xfrm>
          <a:prstGeom prst="roundRect">
            <a:avLst>
              <a:gd name="adj" fmla="val 6000"/>
            </a:avLst>
          </a:prstGeom>
          <a:solidFill>
            <a:srgbClr val="FD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700" b="1" i="0">
                <a:solidFill>
                  <a:srgbClr val="C00000"/>
                </a:solidFill>
                <a:latin typeface="Arial"/>
              </a:rPr>
              <a:t>✗   The tempting definition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“EIT is forbidden when χ_full = 0”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663440" y="1325880"/>
            <a:ext cx="3977639" cy="1371600"/>
          </a:xfrm>
          <a:prstGeom prst="roundRect">
            <a:avLst>
              <a:gd name="adj" fmla="val 6000"/>
            </a:avLst>
          </a:prstGeom>
          <a:solidFill>
            <a:srgbClr val="EE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700" b="1" i="0">
                <a:solidFill>
                  <a:srgbClr val="1C3077"/>
                </a:solidFill>
                <a:latin typeface="Arial"/>
              </a:rPr>
              <a:t>✓   The correct object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δχₛ ≡ χ_full − χ_cut  ≡  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852928"/>
            <a:ext cx="8321040" cy="56692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700" b="0" i="0">
                <a:solidFill>
                  <a:srgbClr val="1A1A1A"/>
                </a:solidFill>
                <a:latin typeface="Arial"/>
              </a:rPr>
              <a:t>χ_full = 0 is what </a:t>
            </a:r>
            <a:r>
              <a:rPr sz="1700" b="1" i="0">
                <a:solidFill>
                  <a:srgbClr val="C00000"/>
                </a:solidFill>
                <a:latin typeface="Arial"/>
              </a:rPr>
              <a:t>perfect EIT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looks like.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3474720"/>
            <a:ext cx="8321040" cy="205740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700" b="1" i="0">
                <a:solidFill>
                  <a:srgbClr val="1C3077"/>
                </a:solidFill>
                <a:latin typeface="Arial"/>
              </a:rPr>
              <a:t>Ideal Λ system, worked through</a:t>
            </a:r>
          </a:p>
          <a:p>
            <a:pPr>
              <a:spcBef>
                <a:spcPts val="700"/>
              </a:spcBef>
            </a:pPr>
            <a:r>
              <a:rPr sz="1600" b="0" i="0">
                <a:solidFill>
                  <a:srgbClr val="555555"/>
                </a:solidFill>
                <a:latin typeface="Courier New"/>
              </a:rPr>
              <a:t>cut  (pathway removed)    </a:t>
            </a:r>
            <a:r>
              <a:rPr sz="1600" b="0" i="0">
                <a:solidFill>
                  <a:srgbClr val="1A1A1A"/>
                </a:solidFill>
                <a:latin typeface="Courier New"/>
              </a:rPr>
              <a:t>Ξ_cut = 1</a:t>
            </a:r>
          </a:p>
          <a:p>
            <a:pPr>
              <a:spcBef>
                <a:spcPts val="700"/>
              </a:spcBef>
            </a:pPr>
            <a:r>
              <a:rPr sz="1600" b="0" i="0">
                <a:solidFill>
                  <a:srgbClr val="555555"/>
                </a:solidFill>
                <a:latin typeface="Courier New"/>
              </a:rPr>
              <a:t>full (pathway intact)     </a:t>
            </a:r>
            <a:r>
              <a:rPr sz="1600" b="0" i="0">
                <a:solidFill>
                  <a:srgbClr val="1A1A1A"/>
                </a:solidFill>
                <a:latin typeface="Courier New"/>
              </a:rPr>
              <a:t>Ξ_full = 0    ← response vanishes</a:t>
            </a:r>
          </a:p>
          <a:p>
            <a:pPr>
              <a:spcBef>
                <a:spcPts val="700"/>
              </a:spcBef>
            </a:pPr>
            <a:r>
              <a:rPr sz="1600" b="0" i="0">
                <a:solidFill>
                  <a:srgbClr val="555555"/>
                </a:solidFill>
                <a:latin typeface="Courier New"/>
              </a:rPr>
              <a:t>sector correction         </a:t>
            </a:r>
            <a:r>
              <a:rPr sz="1600" b="1" i="0">
                <a:solidFill>
                  <a:srgbClr val="C00000"/>
                </a:solidFill>
                <a:latin typeface="Courier New"/>
              </a:rPr>
              <a:t>δΞₛ = −1    ← maximally non-zero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5742432"/>
            <a:ext cx="8321040" cy="731520"/>
          </a:xfrm>
          <a:prstGeom prst="roundRect">
            <a:avLst>
              <a:gd name="adj" fmla="val 12000"/>
            </a:avLst>
          </a:prstGeom>
          <a:solidFill>
            <a:srgbClr val="EE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/>
            <a:r>
              <a:rPr sz="2000" b="0" i="0">
                <a:solidFill>
                  <a:srgbClr val="1A1A1A"/>
                </a:solidFill>
                <a:latin typeface="Arial"/>
              </a:rPr>
              <a:t>The pathway cut is an algebraic counterfactual (B = C = 0 with the steady state held fixed), not a control-off measurement.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6400800" cy="73152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l"/>
            <a:r>
              <a:rPr sz="2000" b="1" i="0">
                <a:solidFill>
                  <a:srgbClr val="1C3077"/>
                </a:solidFill>
                <a:latin typeface="Arial"/>
              </a:rPr>
              <a:t>Built from the response kernel, the criterion holds for any Markovian emitter.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417320"/>
            <a:ext cx="1860804" cy="1600200"/>
          </a:xfrm>
          <a:prstGeom prst="roundRect">
            <a:avLst>
              <a:gd name="adj" fmla="val 6000"/>
            </a:avLst>
          </a:prstGeom>
          <a:solidFill>
            <a:srgbClr val="EE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800" b="1" i="0">
                <a:solidFill>
                  <a:srgbClr val="1C3077"/>
                </a:solidFill>
                <a:latin typeface="Arial"/>
              </a:rPr>
              <a:t>Material</a:t>
            </a:r>
          </a:p>
          <a:p>
            <a:pPr algn="ctr"/>
            <a:r>
              <a:rPr sz="1600" b="0" i="0">
                <a:solidFill>
                  <a:srgbClr val="1A1A1A"/>
                </a:solidFill>
                <a:latin typeface="Arial"/>
              </a:rPr>
              <a:t>H, jump operators,</a:t>
            </a:r>
          </a:p>
          <a:p>
            <a:pPr algn="ctr"/>
            <a:r>
              <a:rPr sz="1600" b="0" i="0">
                <a:solidFill>
                  <a:srgbClr val="1A1A1A"/>
                </a:solidFill>
                <a:latin typeface="Arial"/>
              </a:rPr>
              <a:t>dipoles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318004" y="2212848"/>
            <a:ext cx="201168" cy="0"/>
          </a:xfrm>
          <a:prstGeom prst="line">
            <a:avLst/>
          </a:prstGeom>
          <a:ln w="28575">
            <a:solidFill>
              <a:srgbClr val="7F96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2564892" y="1417320"/>
            <a:ext cx="1860804" cy="1600200"/>
          </a:xfrm>
          <a:prstGeom prst="roundRect">
            <a:avLst>
              <a:gd name="adj" fmla="val 6000"/>
            </a:avLst>
          </a:prstGeom>
          <a:solidFill>
            <a:srgbClr val="EE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800" b="1" i="0">
                <a:solidFill>
                  <a:srgbClr val="1C3077"/>
                </a:solidFill>
                <a:latin typeface="Arial"/>
              </a:rPr>
              <a:t>Kernel</a:t>
            </a:r>
          </a:p>
          <a:p>
            <a:pPr algn="ctr"/>
            <a:r>
              <a:rPr sz="1600" b="0" i="0">
                <a:solidFill>
                  <a:srgbClr val="1A1A1A"/>
                </a:solidFill>
                <a:latin typeface="Arial"/>
              </a:rPr>
              <a:t>Kᵢⱼ = dᵢ† G(z) dⱼ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471416" y="2212848"/>
            <a:ext cx="201167" cy="0"/>
          </a:xfrm>
          <a:prstGeom prst="line">
            <a:avLst/>
          </a:prstGeom>
          <a:ln w="28575">
            <a:solidFill>
              <a:srgbClr val="7F96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4718304" y="1417320"/>
            <a:ext cx="1860804" cy="1600200"/>
          </a:xfrm>
          <a:prstGeom prst="roundRect">
            <a:avLst>
              <a:gd name="adj" fmla="val 6000"/>
            </a:avLst>
          </a:prstGeom>
          <a:solidFill>
            <a:srgbClr val="EE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800" b="1" i="0">
                <a:solidFill>
                  <a:srgbClr val="1C3077"/>
                </a:solidFill>
                <a:latin typeface="Arial"/>
              </a:rPr>
              <a:t>Test</a:t>
            </a:r>
          </a:p>
          <a:p>
            <a:pPr algn="ctr"/>
            <a:r>
              <a:rPr sz="1600" b="0" i="0">
                <a:solidFill>
                  <a:srgbClr val="1A1A1A"/>
                </a:solidFill>
                <a:latin typeface="Arial"/>
              </a:rPr>
              <a:t>δχₛ = 0</a:t>
            </a:r>
          </a:p>
          <a:p>
            <a:pPr algn="ctr"/>
            <a:r>
              <a:rPr sz="1600" b="0" i="0">
                <a:solidFill>
                  <a:srgbClr val="1A1A1A"/>
                </a:solidFill>
                <a:latin typeface="Arial"/>
              </a:rPr>
              <a:t>⇔  K₁₂K₂₁ = 0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624828" y="2212848"/>
            <a:ext cx="201168" cy="0"/>
          </a:xfrm>
          <a:prstGeom prst="line">
            <a:avLst/>
          </a:prstGeom>
          <a:ln w="28575">
            <a:solidFill>
              <a:srgbClr val="7F96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871716" y="1417320"/>
            <a:ext cx="1860804" cy="1600200"/>
          </a:xfrm>
          <a:prstGeom prst="roundRect">
            <a:avLst>
              <a:gd name="adj" fmla="val 6000"/>
            </a:avLst>
          </a:prstGeom>
          <a:solidFill>
            <a:srgbClr val="1C3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Verdict</a:t>
            </a:r>
          </a:p>
          <a:p>
            <a:pPr algn="ctr"/>
            <a:r>
              <a:rPr sz="1600" b="0" i="0">
                <a:solidFill>
                  <a:srgbClr val="FFFFFF"/>
                </a:solidFill>
                <a:latin typeface="Arial"/>
              </a:rPr>
              <a:t>no-go / suppressed /</a:t>
            </a:r>
          </a:p>
          <a:p>
            <a:pPr algn="ctr"/>
            <a:r>
              <a:rPr sz="1600" b="0" i="0">
                <a:solidFill>
                  <a:srgbClr val="FFFFFF"/>
                </a:solidFill>
                <a:latin typeface="Arial"/>
              </a:rPr>
              <a:t>go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291840"/>
            <a:ext cx="8321040" cy="23774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Nothing in the test is specific to NV, to diamond, or even to optics.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Already applied to group-IV centres (SiV, SnV) and to a non-optical witness.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What changes between materials is only which pathway is closed and by what.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5742432"/>
            <a:ext cx="8321040" cy="731520"/>
          </a:xfrm>
          <a:prstGeom prst="roundRect">
            <a:avLst>
              <a:gd name="adj" fmla="val 12000"/>
            </a:avLst>
          </a:prstGeom>
          <a:solidFill>
            <a:srgbClr val="EE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/>
            <a:r>
              <a:rPr sz="2000" b="0" i="0">
                <a:solidFill>
                  <a:srgbClr val="1A1A1A"/>
                </a:solidFill>
                <a:latin typeface="Arial"/>
              </a:rPr>
              <a:t>For the scalar block, δχₛ vanishes identically if and only if the product of the two Raman vertices K₁₂K₂₁ vanishes.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6400800" cy="73152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l"/>
            <a:r>
              <a:rPr sz="2000" b="1" i="0">
                <a:solidFill>
                  <a:srgbClr val="1C3077"/>
                </a:solidFill>
                <a:latin typeface="Arial"/>
              </a:rPr>
              <a:t>We judge every point by three criteria at once, because a dip alone identifies nothing.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371600"/>
            <a:ext cx="2590800" cy="2331720"/>
          </a:xfrm>
          <a:prstGeom prst="roundRect">
            <a:avLst>
              <a:gd name="adj" fmla="val 6000"/>
            </a:avLst>
          </a:prstGeom>
          <a:solidFill>
            <a:srgbClr val="EE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800" b="1" i="0">
                <a:solidFill>
                  <a:srgbClr val="1C3077"/>
                </a:solidFill>
                <a:latin typeface="Arial"/>
              </a:rPr>
              <a:t>1. Sign</a:t>
            </a:r>
          </a:p>
          <a:p>
            <a:pPr>
              <a:spcBef>
                <a:spcPts val="4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Does the pathway reduce or</a:t>
            </a:r>
          </a:p>
          <a:p>
            <a:pPr>
              <a:spcBef>
                <a:spcPts val="4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increase absorption?</a:t>
            </a:r>
          </a:p>
          <a:p>
            <a:pPr>
              <a:spcBef>
                <a:spcPts val="400"/>
              </a:spcBef>
            </a:pPr>
            <a:r>
              <a:rPr sz="1600" b="0" i="1">
                <a:solidFill>
                  <a:srgbClr val="555555"/>
                </a:solidFill>
                <a:latin typeface="Arial"/>
              </a:rPr>
              <a:t>C &gt; 0  transparency</a:t>
            </a:r>
          </a:p>
          <a:p>
            <a:pPr>
              <a:spcBef>
                <a:spcPts val="400"/>
              </a:spcBef>
            </a:pPr>
            <a:r>
              <a:rPr sz="1600" b="0" i="1">
                <a:solidFill>
                  <a:srgbClr val="555555"/>
                </a:solidFill>
                <a:latin typeface="Arial"/>
              </a:rPr>
              <a:t>C &lt; 0  induced absorption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76600" y="1371600"/>
            <a:ext cx="2590800" cy="2331720"/>
          </a:xfrm>
          <a:prstGeom prst="roundRect">
            <a:avLst>
              <a:gd name="adj" fmla="val 6000"/>
            </a:avLst>
          </a:prstGeom>
          <a:solidFill>
            <a:srgbClr val="EE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800" b="1" i="0">
                <a:solidFill>
                  <a:srgbClr val="1C3077"/>
                </a:solidFill>
                <a:latin typeface="Arial"/>
              </a:rPr>
              <a:t>2. Containment</a:t>
            </a:r>
          </a:p>
          <a:p>
            <a:pPr>
              <a:spcBef>
                <a:spcPts val="4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Is the feature actually inside</a:t>
            </a:r>
          </a:p>
          <a:p>
            <a:pPr>
              <a:spcBef>
                <a:spcPts val="4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the scan window?</a:t>
            </a:r>
          </a:p>
          <a:p>
            <a:pPr>
              <a:spcBef>
                <a:spcPts val="400"/>
              </a:spcBef>
            </a:pPr>
            <a:r>
              <a:rPr sz="1600" b="0" i="1">
                <a:solidFill>
                  <a:srgbClr val="555555"/>
                </a:solidFill>
                <a:latin typeface="Arial"/>
              </a:rPr>
              <a:t>adaptive two-photon window</a:t>
            </a:r>
          </a:p>
          <a:p>
            <a:pPr>
              <a:spcBef>
                <a:spcPts val="400"/>
              </a:spcBef>
            </a:pPr>
            <a:r>
              <a:rPr sz="1600" b="0" i="1">
                <a:solidFill>
                  <a:srgbClr val="555555"/>
                </a:solidFill>
                <a:latin typeface="Arial"/>
              </a:rPr>
              <a:t>(widths span 3 decades)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41720" y="1371600"/>
            <a:ext cx="2590800" cy="2331720"/>
          </a:xfrm>
          <a:prstGeom prst="roundRect">
            <a:avLst>
              <a:gd name="adj" fmla="val 6000"/>
            </a:avLst>
          </a:prstGeom>
          <a:solidFill>
            <a:srgbClr val="EE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800" b="1" i="0">
                <a:solidFill>
                  <a:srgbClr val="1C3077"/>
                </a:solidFill>
                <a:latin typeface="Arial"/>
              </a:rPr>
              <a:t>3. Lineshape</a:t>
            </a:r>
          </a:p>
          <a:p>
            <a:pPr>
              <a:spcBef>
                <a:spcPts val="4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EIT interference, or</a:t>
            </a:r>
          </a:p>
          <a:p>
            <a:pPr>
              <a:spcBef>
                <a:spcPts val="4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Autler–Townes doublet?</a:t>
            </a:r>
          </a:p>
          <a:p>
            <a:pPr>
              <a:spcBef>
                <a:spcPts val="400"/>
              </a:spcBef>
            </a:pPr>
            <a:r>
              <a:rPr sz="1600" b="0" i="1">
                <a:solidFill>
                  <a:srgbClr val="555555"/>
                </a:solidFill>
                <a:latin typeface="Arial"/>
              </a:rPr>
              <a:t>AIC model comparison</a:t>
            </a:r>
          </a:p>
          <a:p>
            <a:pPr>
              <a:spcBef>
                <a:spcPts val="400"/>
              </a:spcBef>
            </a:pPr>
            <a:r>
              <a:rPr sz="1600" b="0" i="1">
                <a:solidFill>
                  <a:srgbClr val="555555"/>
                </a:solidFill>
                <a:latin typeface="Arial"/>
              </a:rPr>
              <a:t>|ΔAIC| ≥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977639"/>
            <a:ext cx="8321040" cy="173736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Physics from the </a:t>
            </a:r>
            <a:r>
              <a:rPr sz="1600" b="1" i="0">
                <a:solidFill>
                  <a:srgbClr val="1C3077"/>
                </a:solidFill>
                <a:latin typeface="Arial"/>
              </a:rPr>
              <a:t>full 9-level Lindblad generator</a:t>
            </a:r>
            <a:r>
              <a:rPr sz="1600" b="0" i="0">
                <a:solidFill>
                  <a:srgbClr val="1A1A1A"/>
                </a:solidFill>
                <a:latin typeface="Arial"/>
              </a:rPr>
              <a:t> — no adiabatic elimination.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240 grid points over T = 20–115 K and B⊥ = 0–0.5 T; each point gets one of four labels.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5742432"/>
            <a:ext cx="8321040" cy="731520"/>
          </a:xfrm>
          <a:prstGeom prst="roundRect">
            <a:avLst>
              <a:gd name="adj" fmla="val 12000"/>
            </a:avLst>
          </a:prstGeom>
          <a:solidFill>
            <a:srgbClr val="EE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/>
            <a:r>
              <a:rPr sz="2000" b="0" i="0">
                <a:solidFill>
                  <a:srgbClr val="1A1A1A"/>
                </a:solidFill>
                <a:latin typeface="Arial"/>
              </a:rPr>
              <a:t>A strong control gives an Autler–Townes doublet even with zero ground coherence, so a dip alone cannot establish EIT.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063240"/>
            <a:ext cx="7918704" cy="100584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r>
              <a:rPr sz="2800" b="1" i="0">
                <a:solidFill>
                  <a:srgbClr val="7F96C2"/>
                </a:solidFill>
                <a:latin typeface="Arial"/>
              </a:rPr>
              <a:t>III.  </a:t>
            </a:r>
            <a:r>
              <a:rPr sz="2800" b="1" i="0">
                <a:solidFill>
                  <a:srgbClr val="1C3077"/>
                </a:solidFill>
                <a:latin typeface="Arial"/>
              </a:rPr>
              <a:t>Results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6400800" cy="73152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l"/>
            <a:r>
              <a:rPr sz="2000" b="1" i="0">
                <a:solidFill>
                  <a:srgbClr val="1C3077"/>
                </a:solidFill>
                <a:latin typeface="Arial"/>
              </a:rPr>
              <a:t>The general formula reproduces the textbook three-level result as a one-line special case.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325880"/>
            <a:ext cx="8321040" cy="173736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600" b="1" i="0">
                <a:solidFill>
                  <a:srgbClr val="1C3077"/>
                </a:solidFill>
                <a:latin typeface="Arial"/>
              </a:rPr>
              <a:t>General (Schur complement, any number of excited branches)</a:t>
            </a:r>
          </a:p>
          <a:p>
            <a:pPr>
              <a:spcBef>
                <a:spcPts val="600"/>
              </a:spcBef>
            </a:pPr>
            <a:r>
              <a:rPr sz="1800" b="0" i="0">
                <a:solidFill>
                  <a:srgbClr val="1A1A1A"/>
                </a:solidFill>
                <a:latin typeface="Arial"/>
              </a:rPr>
              <a:t>Ξ  =  S₁  −  β K₁₂K₂₁ / (γ_g + β S₂)</a:t>
            </a:r>
          </a:p>
          <a:p>
            <a:pPr>
              <a:spcBef>
                <a:spcPts val="1000"/>
              </a:spcBef>
            </a:pPr>
            <a:r>
              <a:rPr sz="1600" b="0" i="0">
                <a:solidFill>
                  <a:srgbClr val="555555"/>
                </a:solidFill>
                <a:latin typeface="Arial"/>
              </a:rPr>
              <a:t>One excited state, scalar dipoles </a:t>
            </a:r>
            <a:r>
              <a:rPr sz="1600" b="1" i="0">
                <a:solidFill>
                  <a:srgbClr val="7F96C2"/>
                </a:solidFill>
                <a:latin typeface="Arial"/>
              </a:rPr>
              <a:t>→</a:t>
            </a:r>
            <a:r>
              <a:rPr sz="1600" b="0" i="0">
                <a:solidFill>
                  <a:srgbClr val="1A1A1A"/>
                </a:solidFill>
                <a:latin typeface="Arial"/>
              </a:rPr>
              <a:t>   Ξ = γ_g / (Aγ_g + β)   = the standard Λ-system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3291840"/>
            <a:ext cx="8321040" cy="23774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Recovers the published three-level susceptibility exactly — no adiabatic approximation is used anywhere.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Holds for multi-branch excited manifolds: K₁₂ becomes a coherent sum over branches.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Full Liouvillian reproduces the archived 70 K benchmark to </a:t>
            </a:r>
            <a:r>
              <a:rPr sz="1600" b="1" i="0">
                <a:solidFill>
                  <a:srgbClr val="C00000"/>
                </a:solidFill>
                <a:latin typeface="Arial"/>
              </a:rPr>
              <a:t>0.25 %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5742432"/>
            <a:ext cx="8321040" cy="731520"/>
          </a:xfrm>
          <a:prstGeom prst="roundRect">
            <a:avLst>
              <a:gd name="adj" fmla="val 12000"/>
            </a:avLst>
          </a:prstGeom>
          <a:solidFill>
            <a:srgbClr val="EE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/>
            <a:r>
              <a:rPr sz="2000" b="0" i="0">
                <a:solidFill>
                  <a:srgbClr val="1A1A1A"/>
                </a:solidFill>
                <a:latin typeface="Arial"/>
              </a:rPr>
              <a:t>Textbook Λ susceptibility recovered as a special case; 70 K contrast C = 0.01387 against the archived 0.01384.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6400800" cy="73152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l"/>
            <a:r>
              <a:rPr sz="2000" b="1" i="0">
                <a:solidFill>
                  <a:srgbClr val="1C3077"/>
                </a:solidFill>
                <a:latin typeface="Arial"/>
              </a:rPr>
              <a:t>NV EIT does not simply fade — it occupies a closed island in the temperature–field plane.</a:t>
            </a:r>
          </a:p>
        </p:txBody>
      </p:sp>
      <p:pic>
        <p:nvPicPr>
          <p:cNvPr id="3" name="Picture 2" descr="fig3_phas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0115" y="1234440"/>
            <a:ext cx="7303770" cy="3246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4590288"/>
            <a:ext cx="8321040" cy="10972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Needs </a:t>
            </a:r>
            <a:r>
              <a:rPr sz="1600" b="1" i="0">
                <a:solidFill>
                  <a:srgbClr val="C00000"/>
                </a:solidFill>
                <a:latin typeface="Arial"/>
              </a:rPr>
              <a:t>B⊥ ≳ 0.15 T</a:t>
            </a:r>
            <a:r>
              <a:rPr sz="1600" b="0" i="0">
                <a:solidFill>
                  <a:srgbClr val="1A1A1A"/>
                </a:solidFill>
                <a:latin typeface="Arial"/>
              </a:rPr>
              <a:t> to open the Raman pathway at all — at zero field the two Λ legs reach orthogonal spin states.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Closed </a:t>
            </a:r>
            <a:r>
              <a:rPr sz="1600" b="1" i="0">
                <a:solidFill>
                  <a:srgbClr val="C00000"/>
                </a:solidFill>
                <a:latin typeface="Arial"/>
              </a:rPr>
              <a:t>below ≈ 22 K</a:t>
            </a:r>
            <a:r>
              <a:rPr sz="1600" b="0" i="0">
                <a:solidFill>
                  <a:srgbClr val="1A1A1A"/>
                </a:solidFill>
                <a:latin typeface="Arial"/>
              </a:rPr>
              <a:t> by an Autler–Townes crossover, and </a:t>
            </a:r>
            <a:r>
              <a:rPr sz="1600" b="1" i="0">
                <a:solidFill>
                  <a:srgbClr val="C00000"/>
                </a:solidFill>
                <a:latin typeface="Arial"/>
              </a:rPr>
              <a:t>above 90–95 K</a:t>
            </a:r>
            <a:r>
              <a:rPr sz="1600" b="0" i="0">
                <a:solidFill>
                  <a:srgbClr val="1A1A1A"/>
                </a:solidFill>
                <a:latin typeface="Arial"/>
              </a:rPr>
              <a:t> by phonon-driven collapse.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5742432"/>
            <a:ext cx="8321040" cy="731520"/>
          </a:xfrm>
          <a:prstGeom prst="roundRect">
            <a:avLst>
              <a:gd name="adj" fmla="val 12000"/>
            </a:avLst>
          </a:prstGeom>
          <a:solidFill>
            <a:srgbClr val="EE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/>
            <a:r>
              <a:rPr sz="2000" b="0" i="0">
                <a:solidFill>
                  <a:srgbClr val="1A1A1A"/>
                </a:solidFill>
                <a:latin typeface="Arial"/>
              </a:rPr>
              <a:t>148 of 240 grid points are classified genuine transparency, 68 control-induced absorption, 3 Autler–Townes, 21 unresolved.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6400800" cy="73152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l"/>
            <a:r>
              <a:rPr sz="2000" b="1" i="0">
                <a:solidFill>
                  <a:srgbClr val="1C3077"/>
                </a:solidFill>
                <a:latin typeface="Arial"/>
              </a:rPr>
              <a:t>Room-temperature NV EIT is out of reach by nine orders of magnitude.</a:t>
            </a:r>
          </a:p>
        </p:txBody>
      </p:sp>
      <p:pic>
        <p:nvPicPr>
          <p:cNvPr id="3" name="Picture 2" descr="fig4_contrast_vs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1298448"/>
            <a:ext cx="5806440" cy="3327801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6355080" y="1417320"/>
            <a:ext cx="2377440" cy="3703320"/>
          </a:xfrm>
          <a:prstGeom prst="roundRect">
            <a:avLst>
              <a:gd name="adj" fmla="val 6000"/>
            </a:avLst>
          </a:prstGeom>
          <a:solidFill>
            <a:srgbClr val="EE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700" b="1" i="0">
                <a:solidFill>
                  <a:srgbClr val="1C3077"/>
                </a:solidFill>
                <a:latin typeface="Arial"/>
              </a:rPr>
              <a:t>contrast → time</a:t>
            </a:r>
          </a:p>
          <a:p>
            <a:pPr>
              <a:spcBef>
                <a:spcPts val="900"/>
              </a:spcBef>
            </a:pPr>
            <a:r>
              <a:rPr sz="1600" b="1" i="0">
                <a:solidFill>
                  <a:srgbClr val="1A1A1A"/>
                </a:solidFill>
                <a:latin typeface="Arial"/>
              </a:rPr>
              <a:t>30 K 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0.99</a:t>
            </a:r>
          </a:p>
          <a:p>
            <a:r>
              <a:rPr sz="1600" b="0" i="1">
                <a:solidFill>
                  <a:srgbClr val="555555"/>
                </a:solidFill>
                <a:latin typeface="Arial"/>
              </a:rPr>
              <a:t>          instant</a:t>
            </a:r>
          </a:p>
          <a:p>
            <a:pPr>
              <a:spcBef>
                <a:spcPts val="900"/>
              </a:spcBef>
            </a:pPr>
            <a:r>
              <a:rPr sz="1600" b="1" i="0">
                <a:solidFill>
                  <a:srgbClr val="1A1A1A"/>
                </a:solidFill>
                <a:latin typeface="Arial"/>
              </a:rPr>
              <a:t>70 K 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1.4×10⁻²</a:t>
            </a:r>
          </a:p>
          <a:p>
            <a:r>
              <a:rPr sz="1600" b="0" i="1">
                <a:solidFill>
                  <a:srgbClr val="555555"/>
                </a:solidFill>
                <a:latin typeface="Arial"/>
              </a:rPr>
              <a:t>          1 μs</a:t>
            </a:r>
          </a:p>
          <a:p>
            <a:pPr>
              <a:spcBef>
                <a:spcPts val="900"/>
              </a:spcBef>
            </a:pPr>
            <a:r>
              <a:rPr sz="1600" b="1" i="0">
                <a:solidFill>
                  <a:srgbClr val="1A1A1A"/>
                </a:solidFill>
                <a:latin typeface="Arial"/>
              </a:rPr>
              <a:t>90 K 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1.5×10⁻⁴</a:t>
            </a:r>
          </a:p>
          <a:p>
            <a:r>
              <a:rPr sz="1600" b="0" i="1">
                <a:solidFill>
                  <a:srgbClr val="555555"/>
                </a:solidFill>
                <a:latin typeface="Arial"/>
              </a:rPr>
              <a:t>          10 ms</a:t>
            </a:r>
          </a:p>
          <a:p>
            <a:pPr>
              <a:spcBef>
                <a:spcPts val="900"/>
              </a:spcBef>
            </a:pPr>
            <a:r>
              <a:rPr sz="1600" b="1" i="0">
                <a:solidFill>
                  <a:srgbClr val="C00000"/>
                </a:solidFill>
                <a:latin typeface="Arial"/>
              </a:rPr>
              <a:t>300 K   </a:t>
            </a:r>
            <a:r>
              <a:rPr sz="1600" b="0" i="0">
                <a:solidFill>
                  <a:srgbClr val="C00000"/>
                </a:solidFill>
                <a:latin typeface="Arial"/>
              </a:rPr>
              <a:t>−1.1×10⁻⁹</a:t>
            </a:r>
          </a:p>
          <a:p>
            <a:r>
              <a:rPr sz="1600" b="0" i="1">
                <a:solidFill>
                  <a:srgbClr val="555555"/>
                </a:solidFill>
                <a:latin typeface="Arial"/>
              </a:rPr>
              <a:t>          never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5742432"/>
            <a:ext cx="8321040" cy="731520"/>
          </a:xfrm>
          <a:prstGeom prst="roundRect">
            <a:avLst>
              <a:gd name="adj" fmla="val 12000"/>
            </a:avLst>
          </a:prstGeom>
          <a:solidFill>
            <a:srgbClr val="EE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/>
            <a:r>
              <a:rPr sz="2000" b="0" i="0">
                <a:solidFill>
                  <a:srgbClr val="1A1A1A"/>
                </a:solidFill>
                <a:latin typeface="Arial"/>
              </a:rPr>
              <a:t>At 300 K the residual contrast is 1.1×10⁻⁹ and of the wrong sign; no integration time reaches SNR = 5.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6400800" cy="73152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l"/>
            <a:r>
              <a:rPr sz="2000" b="1" i="0">
                <a:solidFill>
                  <a:srgbClr val="1C3077"/>
                </a:solidFill>
                <a:latin typeface="Arial"/>
              </a:rPr>
              <a:t>Above 103 K the control stops inducing transparency and starts inducing absorption.</a:t>
            </a:r>
          </a:p>
        </p:txBody>
      </p:sp>
      <p:pic>
        <p:nvPicPr>
          <p:cNvPr id="3" name="Picture 2" descr="fig2_spect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5950" y="1261872"/>
            <a:ext cx="5372100" cy="214884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11480" y="3611880"/>
            <a:ext cx="3977639" cy="2057400"/>
          </a:xfrm>
          <a:prstGeom prst="roundRect">
            <a:avLst>
              <a:gd name="adj" fmla="val 6000"/>
            </a:avLst>
          </a:prstGeom>
          <a:solidFill>
            <a:srgbClr val="EE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700" b="1" i="0">
                <a:solidFill>
                  <a:srgbClr val="1C3077"/>
                </a:solidFill>
                <a:latin typeface="Arial"/>
              </a:rPr>
              <a:t>Why this matters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No Autler–Townes mechanism gives a sign change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So it directly tests the interference account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Detectable: 1.6 s at 105 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663440" y="3611880"/>
            <a:ext cx="3977639" cy="205740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700" b="1" i="0">
                <a:solidFill>
                  <a:srgbClr val="1C3077"/>
                </a:solidFill>
                <a:latin typeface="Arial"/>
              </a:rPr>
              <a:t>Where it happens</a:t>
            </a:r>
          </a:p>
          <a:p>
            <a:pPr>
              <a:spcBef>
                <a:spcPts val="8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T_sign = </a:t>
            </a:r>
            <a:r>
              <a:rPr sz="1800" b="1" i="0">
                <a:solidFill>
                  <a:srgbClr val="C00000"/>
                </a:solidFill>
                <a:latin typeface="Arial"/>
              </a:rPr>
              <a:t>103 [97, 108] K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555555"/>
                </a:solidFill>
                <a:latin typeface="Arial"/>
              </a:rPr>
              <a:t>full Liouvillian, 68 % interval,</a:t>
            </a:r>
          </a:p>
          <a:p>
            <a:r>
              <a:rPr sz="1600" b="0" i="0">
                <a:solidFill>
                  <a:srgbClr val="555555"/>
                </a:solidFill>
                <a:latin typeface="Arial"/>
              </a:rPr>
              <a:t>80 Monte-Carlo samples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5742432"/>
            <a:ext cx="8321040" cy="731520"/>
          </a:xfrm>
          <a:prstGeom prst="roundRect">
            <a:avLst>
              <a:gd name="adj" fmla="val 12000"/>
            </a:avLst>
          </a:prstGeom>
          <a:solidFill>
            <a:srgbClr val="EE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/>
            <a:r>
              <a:rPr sz="2000" b="0" i="0">
                <a:solidFill>
                  <a:srgbClr val="1A1A1A"/>
                </a:solidFill>
                <a:latin typeface="Arial"/>
              </a:rPr>
              <a:t>Peak contrast turns negative between 100 and 105 K above 0.15 T; at 105 K the transmission signal is −1.2×10⁻⁵.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6400800" cy="73152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l"/>
            <a:r>
              <a:rPr sz="2000" b="1" i="0">
                <a:solidFill>
                  <a:srgbClr val="1C3077"/>
                </a:solidFill>
                <a:latin typeface="Arial"/>
              </a:rPr>
              <a:t>The transverse field is a switch that opens the pathway, not a dial that buys temperature.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371600"/>
            <a:ext cx="1600200" cy="603504"/>
          </a:xfrm>
          <a:prstGeom prst="roundRect">
            <a:avLst>
              <a:gd name="adj" fmla="val 6000"/>
            </a:avLst>
          </a:prstGeom>
          <a:solidFill>
            <a:srgbClr val="1C3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B⊥ (T)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103120" y="1371600"/>
            <a:ext cx="1508760" cy="603504"/>
          </a:xfrm>
          <a:prstGeom prst="roundRect">
            <a:avLst>
              <a:gd name="adj" fmla="val 6000"/>
            </a:avLst>
          </a:prstGeom>
          <a:solidFill>
            <a:srgbClr val="1C3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T₁% (K)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703320" y="1371600"/>
            <a:ext cx="2606040" cy="603504"/>
          </a:xfrm>
          <a:prstGeom prst="roundRect">
            <a:avLst>
              <a:gd name="adj" fmla="val 6000"/>
            </a:avLst>
          </a:prstGeom>
          <a:solidFill>
            <a:srgbClr val="1C3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verdict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2029967"/>
            <a:ext cx="1600200" cy="603504"/>
          </a:xfrm>
          <a:prstGeom prst="roundRect">
            <a:avLst>
              <a:gd name="adj" fmla="val 6000"/>
            </a:avLst>
          </a:prstGeom>
          <a:solidFill>
            <a:srgbClr val="EE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600" b="0" i="0">
                <a:solidFill>
                  <a:srgbClr val="1A1A1A"/>
                </a:solidFill>
                <a:latin typeface="Arial"/>
              </a:rPr>
              <a:t>0 – 0.10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03120" y="2029967"/>
            <a:ext cx="1508760" cy="603504"/>
          </a:xfrm>
          <a:prstGeom prst="roundRect">
            <a:avLst>
              <a:gd name="adj" fmla="val 6000"/>
            </a:avLst>
          </a:prstGeom>
          <a:solidFill>
            <a:srgbClr val="EE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600" b="1" i="0">
                <a:solidFill>
                  <a:srgbClr val="1A1A1A"/>
                </a:solidFill>
                <a:latin typeface="Arial"/>
              </a:rPr>
              <a:t>27 – 33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03320" y="2029967"/>
            <a:ext cx="2606040" cy="603504"/>
          </a:xfrm>
          <a:prstGeom prst="roundRect">
            <a:avLst>
              <a:gd name="adj" fmla="val 6000"/>
            </a:avLst>
          </a:prstGeom>
          <a:solidFill>
            <a:srgbClr val="EE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600" b="0" i="0">
                <a:solidFill>
                  <a:srgbClr val="1A1A1A"/>
                </a:solidFill>
                <a:latin typeface="Arial"/>
              </a:rPr>
              <a:t>no usable window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2688336"/>
            <a:ext cx="1600200" cy="6035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600" b="0" i="0">
                <a:solidFill>
                  <a:srgbClr val="1A1A1A"/>
                </a:solidFill>
                <a:latin typeface="Arial"/>
              </a:rPr>
              <a:t>0.15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03120" y="2688336"/>
            <a:ext cx="1508760" cy="6035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600" b="1" i="0">
                <a:solidFill>
                  <a:srgbClr val="1A1A1A"/>
                </a:solidFill>
                <a:latin typeface="Arial"/>
              </a:rPr>
              <a:t>70.3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03320" y="2688336"/>
            <a:ext cx="2606040" cy="6035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600" b="0" i="0">
                <a:solidFill>
                  <a:srgbClr val="C00000"/>
                </a:solidFill>
                <a:latin typeface="Arial"/>
              </a:rPr>
              <a:t>window opens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3346704"/>
            <a:ext cx="1600200" cy="603504"/>
          </a:xfrm>
          <a:prstGeom prst="roundRect">
            <a:avLst>
              <a:gd name="adj" fmla="val 6000"/>
            </a:avLst>
          </a:prstGeom>
          <a:solidFill>
            <a:srgbClr val="EE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600" b="0" i="0">
                <a:solidFill>
                  <a:srgbClr val="1A1A1A"/>
                </a:solidFill>
                <a:latin typeface="Arial"/>
              </a:rPr>
              <a:t>0.2323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03120" y="3346704"/>
            <a:ext cx="1508760" cy="603504"/>
          </a:xfrm>
          <a:prstGeom prst="roundRect">
            <a:avLst>
              <a:gd name="adj" fmla="val 6000"/>
            </a:avLst>
          </a:prstGeom>
          <a:solidFill>
            <a:srgbClr val="EE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600" b="1" i="0">
                <a:solidFill>
                  <a:srgbClr val="1A1A1A"/>
                </a:solidFill>
                <a:latin typeface="Arial"/>
              </a:rPr>
              <a:t>71.1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03320" y="3346704"/>
            <a:ext cx="2606040" cy="603504"/>
          </a:xfrm>
          <a:prstGeom prst="roundRect">
            <a:avLst>
              <a:gd name="adj" fmla="val 6000"/>
            </a:avLst>
          </a:prstGeom>
          <a:solidFill>
            <a:srgbClr val="EE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600" b="0" i="0">
                <a:solidFill>
                  <a:srgbClr val="1A1A1A"/>
                </a:solidFill>
                <a:latin typeface="Arial"/>
              </a:rPr>
              <a:t>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4005072"/>
            <a:ext cx="1600200" cy="6035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600" b="0" i="0">
                <a:solidFill>
                  <a:srgbClr val="1A1A1A"/>
                </a:solidFill>
                <a:latin typeface="Arial"/>
              </a:rPr>
              <a:t>0.50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03120" y="4005072"/>
            <a:ext cx="1508760" cy="6035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600" b="1" i="0">
                <a:solidFill>
                  <a:srgbClr val="1A1A1A"/>
                </a:solidFill>
                <a:latin typeface="Arial"/>
              </a:rPr>
              <a:t>69.7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03320" y="4005072"/>
            <a:ext cx="2606040" cy="6035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600" b="0" i="0">
                <a:solidFill>
                  <a:srgbClr val="C00000"/>
                </a:solidFill>
                <a:latin typeface="Arial"/>
              </a:rPr>
              <a:t>no further gain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67728" y="1371600"/>
            <a:ext cx="1783080" cy="42062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1" i="0">
                <a:solidFill>
                  <a:srgbClr val="1C3077"/>
                </a:solidFill>
                <a:latin typeface="Arial"/>
              </a:rPr>
              <a:t>0 → 0.15 T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boundary jumps by 40 K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1" i="0">
                <a:solidFill>
                  <a:srgbClr val="1C3077"/>
                </a:solidFill>
                <a:latin typeface="Arial"/>
              </a:rPr>
              <a:t>0.15 → 0.50 T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1" i="0">
                <a:solidFill>
                  <a:srgbClr val="C00000"/>
                </a:solidFill>
                <a:latin typeface="Arial"/>
              </a:rPr>
              <a:t>boundary moves &lt; 2 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5742432"/>
            <a:ext cx="8321040" cy="731520"/>
          </a:xfrm>
          <a:prstGeom prst="roundRect">
            <a:avLst>
              <a:gd name="adj" fmla="val 12000"/>
            </a:avLst>
          </a:prstGeom>
          <a:solidFill>
            <a:srgbClr val="EE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/>
            <a:r>
              <a:rPr sz="2000" b="0" i="0">
                <a:solidFill>
                  <a:srgbClr val="1A1A1A"/>
                </a:solidFill>
                <a:latin typeface="Arial"/>
              </a:rPr>
              <a:t>The field is required to have a channel at all; once open, the upper temperature is set by dissipation, not by the field.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063240"/>
            <a:ext cx="7918704" cy="100584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r>
              <a:rPr sz="2800" b="1" i="0">
                <a:solidFill>
                  <a:srgbClr val="7F96C2"/>
                </a:solidFill>
                <a:latin typeface="Arial"/>
              </a:rPr>
              <a:t>IV.  </a:t>
            </a:r>
            <a:r>
              <a:rPr sz="2800" b="1" i="0">
                <a:solidFill>
                  <a:srgbClr val="1C3077"/>
                </a:solidFill>
                <a:latin typeface="Arial"/>
              </a:rPr>
              <a:t>Discussion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6400800" cy="73152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l"/>
            <a:r>
              <a:rPr sz="2000" b="1" i="0">
                <a:solidFill>
                  <a:srgbClr val="1C3077"/>
                </a:solidFill>
                <a:latin typeface="Arial"/>
              </a:rPr>
              <a:t>The calculation says where to look and which single measurement is decisive.</a:t>
            </a:r>
          </a:p>
        </p:txBody>
      </p:sp>
      <p:pic>
        <p:nvPicPr>
          <p:cNvPr id="3" name="Picture 2" descr="fig6_observa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1226" y="1261872"/>
            <a:ext cx="5841546" cy="242316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11480" y="3794760"/>
            <a:ext cx="3977639" cy="1874519"/>
          </a:xfrm>
          <a:prstGeom prst="roundRect">
            <a:avLst>
              <a:gd name="adj" fmla="val 6000"/>
            </a:avLst>
          </a:prstGeom>
          <a:solidFill>
            <a:srgbClr val="EE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700" b="1" i="0">
                <a:solidFill>
                  <a:srgbClr val="1C3077"/>
                </a:solidFill>
                <a:latin typeface="Arial"/>
              </a:rPr>
              <a:t>Where to look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25 – 90 K, B⊥ ≳ 0.15 T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Transmission or fluorescence both work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PL dips where transmission rises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663440" y="3794760"/>
            <a:ext cx="3977639" cy="1874519"/>
          </a:xfrm>
          <a:prstGeom prst="roundRect">
            <a:avLst>
              <a:gd name="adj" fmla="val 6000"/>
            </a:avLst>
          </a:prstGeom>
          <a:solidFill>
            <a:srgbClr val="FD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700" b="1" i="0">
                <a:solidFill>
                  <a:srgbClr val="C00000"/>
                </a:solidFill>
                <a:latin typeface="Arial"/>
              </a:rPr>
              <a:t>The decisive measurement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Follow the fringe through zero at 103 K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A sign flip cannot come from ATS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1.6 s at 105 K, 5.6 s at 110 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5742432"/>
            <a:ext cx="8321040" cy="731520"/>
          </a:xfrm>
          <a:prstGeom prst="roundRect">
            <a:avLst>
              <a:gd name="adj" fmla="val 12000"/>
            </a:avLst>
          </a:prstGeom>
          <a:solidFill>
            <a:srgbClr val="EE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/>
            <a:r>
              <a:rPr sz="2000" b="0" i="0">
                <a:solidFill>
                  <a:srgbClr val="1A1A1A"/>
                </a:solidFill>
                <a:latin typeface="Arial"/>
              </a:rPr>
              <a:t>Transmission is detectable to 110 K, fluorescence to 105 K; past 120 K technical noise blocks detection outright.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6400800" cy="73152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l"/>
            <a:r>
              <a:rPr sz="2000" b="1" i="0">
                <a:solidFill>
                  <a:srgbClr val="1C3077"/>
                </a:solidFill>
                <a:latin typeface="Arial"/>
              </a:rPr>
              <a:t>Room temperature fails because a thermalising orbital mode destroys the Raman path.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298448"/>
            <a:ext cx="8321040" cy="173736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700" b="1" i="0">
                <a:solidFill>
                  <a:srgbClr val="1C3077"/>
                </a:solidFill>
                <a:latin typeface="Arial"/>
              </a:rPr>
              <a:t>The mechanism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A jump inside the excited manifold conserves population but acts on every optical coherence as </a:t>
            </a:r>
            <a:r>
              <a:rPr sz="1600" b="1" i="0">
                <a:solidFill>
                  <a:srgbClr val="C00000"/>
                </a:solidFill>
                <a:latin typeface="Arial"/>
              </a:rPr>
              <a:t>pure loss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  Phonon hopping Eₓ ↔ E_y therefore decoheres the pathway while removing no population.</a:t>
            </a:r>
          </a:p>
          <a:p>
            <a:pPr>
              <a:spcBef>
                <a:spcPts val="400"/>
              </a:spcBef>
            </a:pPr>
            <a:r>
              <a:rPr sz="1600" b="0" i="0">
                <a:solidFill>
                  <a:srgbClr val="555555"/>
                </a:solidFill>
                <a:latin typeface="Arial"/>
              </a:rPr>
              <a:t>Rate entering the coherence equation:  Γₓᵧ / 4.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3218688"/>
            <a:ext cx="3977639" cy="2450592"/>
          </a:xfrm>
          <a:prstGeom prst="roundRect">
            <a:avLst>
              <a:gd name="adj" fmla="val 6000"/>
            </a:avLst>
          </a:prstGeom>
          <a:solidFill>
            <a:srgbClr val="EE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700" b="1" i="0">
                <a:solidFill>
                  <a:srgbClr val="1C3077"/>
                </a:solidFill>
                <a:latin typeface="Arial"/>
              </a:rPr>
              <a:t>What NV would need</a:t>
            </a:r>
          </a:p>
          <a:p>
            <a:pPr>
              <a:spcBef>
                <a:spcPts val="7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Freeze out the orbital dynamics, or</a:t>
            </a:r>
          </a:p>
          <a:p>
            <a:pPr>
              <a:spcBef>
                <a:spcPts val="7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Push the branch splitting far above kT</a:t>
            </a:r>
          </a:p>
          <a:p>
            <a:pPr>
              <a:spcBef>
                <a:spcPts val="7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Neither is available in bulk NV at 300 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663440" y="3218688"/>
            <a:ext cx="3977639" cy="2450592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700" b="1" i="0">
                <a:solidFill>
                  <a:srgbClr val="555555"/>
                </a:solidFill>
                <a:latin typeface="Arial"/>
              </a:rPr>
              <a:t>Back to group-IV</a:t>
            </a:r>
          </a:p>
          <a:p>
            <a:pPr>
              <a:spcBef>
                <a:spcPts val="7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Orbital Λ: no spin-overlap obstruction</a:t>
            </a:r>
          </a:p>
          <a:p>
            <a:pPr>
              <a:spcBef>
                <a:spcPts val="7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But orbital coherence damped by single phonons</a:t>
            </a:r>
          </a:p>
          <a:p>
            <a:pPr>
              <a:spcBef>
                <a:spcPts val="7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Strain and spin–orbit splitting are the levers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5742432"/>
            <a:ext cx="8321040" cy="731520"/>
          </a:xfrm>
          <a:prstGeom prst="roundRect">
            <a:avLst>
              <a:gd name="adj" fmla="val 12000"/>
            </a:avLst>
          </a:prstGeom>
          <a:solidFill>
            <a:srgbClr val="EE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/>
            <a:r>
              <a:rPr sz="2000" b="0" i="0">
                <a:solidFill>
                  <a:srgbClr val="1A1A1A"/>
                </a:solidFill>
                <a:latin typeface="Arial"/>
              </a:rPr>
              <a:t>The obstruction is a thermalising orbital degree of freedom in the excited manifold, not the spin dephasing usually blamed.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6400800" cy="73152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l"/>
            <a:r>
              <a:rPr sz="2000" b="1" i="0">
                <a:solidFill>
                  <a:srgbClr val="1C3077"/>
                </a:solidFill>
                <a:latin typeface="Arial"/>
              </a:rPr>
              <a:t>We have fixed the operating window and found a falsifiable prediction to test this year.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371600"/>
            <a:ext cx="8321040" cy="987552"/>
          </a:xfrm>
          <a:prstGeom prst="roundRect">
            <a:avLst>
              <a:gd name="adj" fmla="val 6000"/>
            </a:avLst>
          </a:prstGeom>
          <a:solidFill>
            <a:srgbClr val="EE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800" b="1" i="0">
                <a:solidFill>
                  <a:srgbClr val="1C3077"/>
                </a:solidFill>
                <a:latin typeface="Arial"/>
              </a:rPr>
              <a:t>1.  </a:t>
            </a:r>
            <a:r>
              <a:rPr sz="1800" b="1" i="0">
                <a:solidFill>
                  <a:srgbClr val="1C3077"/>
                </a:solidFill>
                <a:latin typeface="Arial"/>
              </a:rPr>
              <a:t>Closed island</a:t>
            </a:r>
          </a:p>
          <a:p>
            <a:r>
              <a:rPr sz="1600" b="0" i="0">
                <a:solidFill>
                  <a:srgbClr val="1A1A1A"/>
                </a:solidFill>
                <a:latin typeface="Arial"/>
              </a:rPr>
              <a:t>Transparency exists only for 25–90 K and B⊥ ≳ 0.15 T — bounded on both temperature sides.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2468880"/>
            <a:ext cx="8321040" cy="987552"/>
          </a:xfrm>
          <a:prstGeom prst="roundRect">
            <a:avLst>
              <a:gd name="adj" fmla="val 6000"/>
            </a:avLst>
          </a:prstGeom>
          <a:solidFill>
            <a:srgbClr val="EE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800" b="1" i="0">
                <a:solidFill>
                  <a:srgbClr val="1C3077"/>
                </a:solidFill>
                <a:latin typeface="Arial"/>
              </a:rPr>
              <a:t>2.  </a:t>
            </a:r>
            <a:r>
              <a:rPr sz="1800" b="1" i="0">
                <a:solidFill>
                  <a:srgbClr val="1C3077"/>
                </a:solidFill>
                <a:latin typeface="Arial"/>
              </a:rPr>
              <a:t>Room temperature: no</a:t>
            </a:r>
          </a:p>
          <a:p>
            <a:r>
              <a:rPr sz="1600" b="0" i="0">
                <a:solidFill>
                  <a:srgbClr val="1A1A1A"/>
                </a:solidFill>
                <a:latin typeface="Arial"/>
              </a:rPr>
              <a:t>Residual contrast 1.1×10⁻⁹, wrong sign, undetectable at any integration time.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3566160"/>
            <a:ext cx="8321040" cy="987552"/>
          </a:xfrm>
          <a:prstGeom prst="roundRect">
            <a:avLst>
              <a:gd name="adj" fmla="val 6000"/>
            </a:avLst>
          </a:prstGeom>
          <a:solidFill>
            <a:srgbClr val="FD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800" b="1" i="0">
                <a:solidFill>
                  <a:srgbClr val="C00000"/>
                </a:solidFill>
                <a:latin typeface="Arial"/>
              </a:rPr>
              <a:t>3.  </a:t>
            </a:r>
            <a:r>
              <a:rPr sz="1800" b="1" i="0">
                <a:solidFill>
                  <a:srgbClr val="C00000"/>
                </a:solidFill>
                <a:latin typeface="Arial"/>
              </a:rPr>
              <a:t>Sign reversal at 103 K</a:t>
            </a:r>
          </a:p>
          <a:p>
            <a:r>
              <a:rPr sz="1600" b="0" i="0">
                <a:solidFill>
                  <a:srgbClr val="1A1A1A"/>
                </a:solidFill>
                <a:latin typeface="Arial"/>
              </a:rPr>
              <a:t>Control-induced absorption above 103 [97, 108] K — measurable in seconds.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4681728"/>
            <a:ext cx="8321040" cy="868680"/>
          </a:xfrm>
          <a:prstGeom prst="roundRect">
            <a:avLst>
              <a:gd name="adj" fmla="val 6000"/>
            </a:avLst>
          </a:prstGeom>
          <a:solidFill>
            <a:srgbClr val="1C3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800" b="1" i="0">
                <a:solidFill>
                  <a:srgbClr val="D8E2F3"/>
                </a:solidFill>
                <a:latin typeface="Arial"/>
              </a:rPr>
              <a:t>Next:  </a:t>
            </a:r>
            <a:r>
              <a:rPr sz="1800" b="1" i="0">
                <a:solidFill>
                  <a:srgbClr val="FFFFFF"/>
                </a:solidFill>
                <a:latin typeface="Arial"/>
              </a:rPr>
              <a:t>measure within the year and test the predicted window and the sign reversal against experiment.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5742432"/>
            <a:ext cx="8321040" cy="731520"/>
          </a:xfrm>
          <a:prstGeom prst="roundRect">
            <a:avLst>
              <a:gd name="adj" fmla="val 12000"/>
            </a:avLst>
          </a:prstGeom>
          <a:solidFill>
            <a:srgbClr val="EE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/>
            <a:r>
              <a:rPr sz="2000" b="0" i="0">
                <a:solidFill>
                  <a:srgbClr val="1A1A1A"/>
                </a:solidFill>
                <a:latin typeface="Arial"/>
              </a:rPr>
              <a:t>PRA manuscript complete; six figures and all numerical gates recorded and reproducible from the repository.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063240"/>
            <a:ext cx="7918704" cy="100584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r>
              <a:rPr sz="2800" b="1" i="0">
                <a:solidFill>
                  <a:srgbClr val="7F96C2"/>
                </a:solidFill>
                <a:latin typeface="Arial"/>
              </a:rPr>
              <a:t>S.  </a:t>
            </a:r>
            <a:r>
              <a:rPr sz="2800" b="1" i="0">
                <a:solidFill>
                  <a:srgbClr val="1C3077"/>
                </a:solidFill>
                <a:latin typeface="Arial"/>
              </a:rPr>
              <a:t>Supplementary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6400800" cy="73152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l"/>
            <a:r>
              <a:rPr sz="2000" b="1" i="0">
                <a:solidFill>
                  <a:srgbClr val="1C3077"/>
                </a:solidFill>
                <a:latin typeface="Arial"/>
              </a:rPr>
              <a:t>The criterion rests on a small set of theorems, each provable with first-course linear algebra.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243584"/>
            <a:ext cx="8321040" cy="5303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600" b="1" i="0">
                <a:solidFill>
                  <a:srgbClr val="1C3077"/>
                </a:solidFill>
                <a:latin typeface="Arial"/>
              </a:rPr>
              <a:t>Thm 1A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Optical dark subspace has dimension N_g − rank Ω; basis independent.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796796"/>
            <a:ext cx="8321040" cy="5303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600" b="1" i="0">
                <a:solidFill>
                  <a:srgbClr val="1C3077"/>
                </a:solidFill>
                <a:latin typeface="Arial"/>
              </a:rPr>
              <a:t>Thm 1B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A pure dark state is stationary iff it is an eigenvector of every jump operator and of an effective Hamiltonian.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350008"/>
            <a:ext cx="8321040" cy="5303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600" b="1" i="0">
                <a:solidFill>
                  <a:srgbClr val="1C3077"/>
                </a:solidFill>
                <a:latin typeface="Arial"/>
              </a:rPr>
              <a:t>Thm 2A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The weak-probe response is an exact Schur complement — no adiabatic elimination.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903220"/>
            <a:ext cx="8321040" cy="5303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600" b="1" i="0">
                <a:solidFill>
                  <a:srgbClr val="1C3077"/>
                </a:solidFill>
                <a:latin typeface="Arial"/>
              </a:rPr>
              <a:t>Thm 2B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δχₛ = 0 ⇔ K₁₂K₂₁ = 0.  This, not χ_full = 0, is the no-go.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456432"/>
            <a:ext cx="8321040" cy="5303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600" b="1" i="0">
                <a:solidFill>
                  <a:srgbClr val="1C3077"/>
                </a:solidFill>
                <a:latin typeface="Arial"/>
              </a:rPr>
              <a:t>Thm 3 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Under fast damping the first non-zero path moment fixes the suppression power of 1/Γ.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009644"/>
            <a:ext cx="8321040" cy="5303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600" b="1" i="0">
                <a:solidFill>
                  <a:srgbClr val="1C3077"/>
                </a:solidFill>
                <a:latin typeface="Arial"/>
              </a:rPr>
              <a:t>Thm 4 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Finitely many moments certify an all-orders exact zero (Cayley–Hamilton).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4562856"/>
            <a:ext cx="8321040" cy="5303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600" b="1" i="0">
                <a:solidFill>
                  <a:srgbClr val="1C3077"/>
                </a:solidFill>
                <a:latin typeface="Arial"/>
              </a:rPr>
              <a:t>Thm 5 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Sector symmetry forces an identically vanishing transfer.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5116068"/>
            <a:ext cx="8321040" cy="5303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600" b="1" i="0">
                <a:solidFill>
                  <a:srgbClr val="1C3077"/>
                </a:solidFill>
                <a:latin typeface="Arial"/>
              </a:rPr>
              <a:t>Thm 6 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Singular damping leaves an O(1) protected channel in ker 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5742432"/>
            <a:ext cx="8321040" cy="731520"/>
          </a:xfrm>
          <a:prstGeom prst="roundRect">
            <a:avLst>
              <a:gd name="adj" fmla="val 12000"/>
            </a:avLst>
          </a:prstGeom>
          <a:solidFill>
            <a:srgbClr val="EE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/>
            <a:r>
              <a:rPr sz="2000" b="0" i="0">
                <a:solidFill>
                  <a:srgbClr val="1A1A1A"/>
                </a:solidFill>
                <a:latin typeface="Arial"/>
              </a:rPr>
              <a:t>Full statements and proofs are in the group's theory note; the manuscript uses 2A, 2B and the rate map only.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6400800" cy="73152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l"/>
            <a:r>
              <a:rPr sz="2000" b="1" i="0">
                <a:solidFill>
                  <a:srgbClr val="1C3077"/>
                </a:solidFill>
                <a:latin typeface="Arial"/>
              </a:rPr>
              <a:t>The reduced kernel reproduces boundary temperatures but not contrast magnitudes.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325880"/>
            <a:ext cx="8321040" cy="228600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Compared against the full Liouvillian on 108 grid points: </a:t>
            </a:r>
            <a:r>
              <a:rPr sz="1600" b="1" i="0">
                <a:solidFill>
                  <a:srgbClr val="1A1A1A"/>
                </a:solidFill>
                <a:latin typeface="Arial"/>
              </a:rPr>
              <a:t>47 agree within 10 %</a:t>
            </a:r>
            <a:r>
              <a:rPr sz="1600" b="0" i="0">
                <a:solidFill>
                  <a:srgbClr val="1A1A1A"/>
                </a:solidFill>
                <a:latin typeface="Arial"/>
              </a:rPr>
              <a:t>, and </a:t>
            </a:r>
            <a:r>
              <a:rPr sz="1600" b="1" i="0">
                <a:solidFill>
                  <a:srgbClr val="C00000"/>
                </a:solidFill>
                <a:latin typeface="Arial"/>
              </a:rPr>
              <a:t>13 disagree in sign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Failures are structured, not random: below 40 K the reduced kernel reports transparency where the full model reports induced absorption; above 90 K no field agrees within 10 %.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Threshold temperatures still agree — the full-model bands overlap the reduced ones with medians shifted by ≈ 3 K.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3749039"/>
            <a:ext cx="8321040" cy="1920240"/>
          </a:xfrm>
          <a:prstGeom prst="roundRect">
            <a:avLst>
              <a:gd name="adj" fmla="val 6000"/>
            </a:avLst>
          </a:prstGeom>
          <a:solidFill>
            <a:srgbClr val="EE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700" b="1" i="0">
                <a:solidFill>
                  <a:srgbClr val="1C3077"/>
                </a:solidFill>
                <a:latin typeface="Arial"/>
              </a:rPr>
              <a:t>How the manuscript uses this</a:t>
            </a:r>
          </a:p>
          <a:p>
            <a:pPr>
              <a:spcBef>
                <a:spcPts val="7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Every contrast magnitude quoted comes from the full Liouvillian</a:t>
            </a:r>
          </a:p>
          <a:p>
            <a:pPr>
              <a:spcBef>
                <a:spcPts val="7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The reduced kernel is used only for threshold locations, and those were re-derived with the full model as a check</a:t>
            </a:r>
          </a:p>
          <a:p>
            <a:pPr>
              <a:spcBef>
                <a:spcPts val="7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Truncation (singlet, hyperfine) shifts contrast by ≤ 30 %, never the sign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5742432"/>
            <a:ext cx="8321040" cy="731520"/>
          </a:xfrm>
          <a:prstGeom prst="roundRect">
            <a:avLst>
              <a:gd name="adj" fmla="val 12000"/>
            </a:avLst>
          </a:prstGeom>
          <a:solidFill>
            <a:srgbClr val="EE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/>
            <a:r>
              <a:rPr sz="2000" b="0" i="0">
                <a:solidFill>
                  <a:srgbClr val="1A1A1A"/>
                </a:solidFill>
                <a:latin typeface="Arial"/>
              </a:rPr>
              <a:t>Reduced-vs-full agreement is 47/108 points within 10 % with 13 sign disagreements, concentrated below 40 K and above 90 K.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6400800" cy="73152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l"/>
            <a:r>
              <a:rPr sz="2000" b="1" i="0">
                <a:solidFill>
                  <a:srgbClr val="1C3077"/>
                </a:solidFill>
                <a:latin typeface="Arial"/>
              </a:rPr>
              <a:t>The quadratic law is confirmed at the warm end of the island, not at the cold end.</a:t>
            </a:r>
          </a:p>
        </p:txBody>
      </p:sp>
      <p:pic>
        <p:nvPicPr>
          <p:cNvPr id="3" name="Picture 2" descr="fig5_bperp_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231" y="1261872"/>
            <a:ext cx="7023537" cy="3017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4370832"/>
            <a:ext cx="8321040" cy="135331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Expected C = C_res + a B⊥²: one symmetry-breaking insertion per Λ leg.</a:t>
            </a:r>
          </a:p>
          <a:p>
            <a:pPr>
              <a:spcAft>
                <a:spcPts val="3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1" i="0">
                <a:solidFill>
                  <a:srgbClr val="1C3077"/>
                </a:solidFill>
                <a:latin typeface="Arial"/>
              </a:rPr>
              <a:t>85 K: </a:t>
            </a:r>
            <a:r>
              <a:rPr sz="1600" b="1" i="0">
                <a:solidFill>
                  <a:srgbClr val="1A1A1A"/>
                </a:solidFill>
                <a:latin typeface="Arial"/>
              </a:rPr>
              <a:t>n = 2.11 ± 0.08</a:t>
            </a:r>
            <a:r>
              <a:rPr sz="1600" b="0" i="0">
                <a:solidFill>
                  <a:srgbClr val="1A1A1A"/>
                </a:solidFill>
                <a:latin typeface="Arial"/>
              </a:rPr>
              <a:t>, stable against the fitting cutoff.  55 / 70 K: the exponent drifts monotonically and is not determined.</a:t>
            </a:r>
          </a:p>
          <a:p>
            <a:pPr>
              <a:spcAft>
                <a:spcPts val="3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Independent of control power (×10) and identical for the ratio and the absolute signal — so the drift is the pathway, not the probe.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5742432"/>
            <a:ext cx="8321040" cy="731520"/>
          </a:xfrm>
          <a:prstGeom prst="roundRect">
            <a:avLst>
              <a:gd name="adj" fmla="val 12000"/>
            </a:avLst>
          </a:prstGeom>
          <a:solidFill>
            <a:srgbClr val="EE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/>
            <a:r>
              <a:rPr sz="2000" b="0" i="0">
                <a:solidFill>
                  <a:srgbClr val="1A1A1A"/>
                </a:solidFill>
                <a:latin typeface="Arial"/>
              </a:rPr>
              <a:t>Between the residual floor and mixing saturation at γₑB = D_gs = 0.103 T there is under a decade of field.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6400800" cy="73152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l"/>
            <a:r>
              <a:rPr sz="2000" b="1" i="0">
                <a:solidFill>
                  <a:srgbClr val="1C3077"/>
                </a:solidFill>
                <a:latin typeface="Arial"/>
              </a:rPr>
              <a:t>We separate EIT from Autler–Townes by model comparison rather than by eye.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325880"/>
            <a:ext cx="3977639" cy="2194560"/>
          </a:xfrm>
          <a:prstGeom prst="roundRect">
            <a:avLst>
              <a:gd name="adj" fmla="val 6000"/>
            </a:avLst>
          </a:prstGeom>
          <a:solidFill>
            <a:srgbClr val="EE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700" b="1" i="0">
                <a:solidFill>
                  <a:srgbClr val="1C3077"/>
                </a:solidFill>
                <a:latin typeface="Arial"/>
              </a:rPr>
              <a:t>EIT model (interference)</a:t>
            </a:r>
          </a:p>
          <a:p>
            <a:pPr>
              <a:spcBef>
                <a:spcPts val="8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A = C₊²/(γ₊²+δ²) − C₋²/(γ₋²+δ²)</a:t>
            </a:r>
          </a:p>
          <a:p>
            <a:pPr>
              <a:spcBef>
                <a:spcPts val="800"/>
              </a:spcBef>
            </a:pPr>
            <a:r>
              <a:rPr sz="1600" b="0" i="1">
                <a:solidFill>
                  <a:srgbClr val="555555"/>
                </a:solidFill>
                <a:latin typeface="Arial"/>
              </a:rPr>
              <a:t>a narrow window inside a broad 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663440" y="1325880"/>
            <a:ext cx="3977639" cy="219456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700" b="1" i="0">
                <a:solidFill>
                  <a:srgbClr val="555555"/>
                </a:solidFill>
                <a:latin typeface="Arial"/>
              </a:rPr>
              <a:t>ATS model (doublet)</a:t>
            </a:r>
          </a:p>
          <a:p>
            <a:pPr>
              <a:spcBef>
                <a:spcPts val="8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A = C²[1/(γ²+(δ−δ₀)²) + 1/(γ²+(δ+δ₀)²)]</a:t>
            </a:r>
          </a:p>
          <a:p>
            <a:pPr>
              <a:spcBef>
                <a:spcPts val="800"/>
              </a:spcBef>
            </a:pPr>
            <a:r>
              <a:rPr sz="1600" b="0" i="1">
                <a:solidFill>
                  <a:srgbClr val="555555"/>
                </a:solidFill>
                <a:latin typeface="Arial"/>
              </a:rPr>
              <a:t>two dressed-state peaks, no interference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703320"/>
            <a:ext cx="8321040" cy="20116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Both fitted to the same computed spectrum, together with Lorentzian and Fano alternatives.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Verdict from ΔAIC = IC_ATS − IC_EIT with a fixed robust gate at |ΔAIC| ≥ 6.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Verdict unchanged under 60 noise bootstraps, 30 randomised fit initialisations, and window changes of 0.5× to 2×.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5742432"/>
            <a:ext cx="8321040" cy="731520"/>
          </a:xfrm>
          <a:prstGeom prst="roundRect">
            <a:avLst>
              <a:gd name="adj" fmla="val 12000"/>
            </a:avLst>
          </a:prstGeom>
          <a:solidFill>
            <a:srgbClr val="EE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/>
            <a:r>
              <a:rPr sz="2000" b="0" i="0">
                <a:solidFill>
                  <a:srgbClr val="1A1A1A"/>
                </a:solidFill>
                <a:latin typeface="Arial"/>
              </a:rPr>
              <a:t>Following Anisimov, Dowling and Sanders, PRL 107, 163604 (2011); the classification is stable at every temperature tested.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6400800" cy="73152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l"/>
            <a:r>
              <a:rPr sz="2000" b="1" i="0">
                <a:solidFill>
                  <a:srgbClr val="1C3077"/>
                </a:solidFill>
                <a:latin typeface="Arial"/>
              </a:rPr>
              <a:t>One detection chain at every temperature makes the comparison measure physics, not geometry.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325880"/>
            <a:ext cx="8321040" cy="182880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The sector cross-section grows as the optical line narrows: a fixed sample is OD ≈ 16 at 10 K and OD ≈ 0.04 at 300 K.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Primary axis is therefore the </a:t>
            </a:r>
            <a:r>
              <a:rPr sz="1600" b="1" i="0">
                <a:solidFill>
                  <a:srgbClr val="1C3077"/>
                </a:solidFill>
                <a:latin typeface="Arial"/>
              </a:rPr>
              <a:t>OD-matched sample</a:t>
            </a:r>
            <a:r>
              <a:rPr sz="1600" b="0" i="0">
                <a:solidFill>
                  <a:srgbClr val="1A1A1A"/>
                </a:solidFill>
                <a:latin typeface="Arial"/>
              </a:rPr>
              <a:t> (sector OD = 1); the fixed 1 ppm / 0.5 mm sample is reported alongside.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3200400"/>
            <a:ext cx="2029968" cy="786384"/>
          </a:xfrm>
          <a:prstGeom prst="roundRect">
            <a:avLst>
              <a:gd name="adj" fmla="val 6000"/>
            </a:avLst>
          </a:prstGeom>
          <a:solidFill>
            <a:srgbClr val="EE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600" b="0" i="0">
                <a:solidFill>
                  <a:srgbClr val="555555"/>
                </a:solidFill>
                <a:latin typeface="Arial"/>
              </a:rPr>
              <a:t>λ   </a:t>
            </a:r>
            <a:r>
              <a:rPr sz="1600" b="1" i="0">
                <a:solidFill>
                  <a:srgbClr val="1C3077"/>
                </a:solidFill>
                <a:latin typeface="Arial"/>
              </a:rPr>
              <a:t>637 nm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2888" y="3200400"/>
            <a:ext cx="2029968" cy="786384"/>
          </a:xfrm>
          <a:prstGeom prst="roundRect">
            <a:avLst>
              <a:gd name="adj" fmla="val 6000"/>
            </a:avLst>
          </a:prstGeom>
          <a:solidFill>
            <a:srgbClr val="EE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600" b="0" i="0">
                <a:solidFill>
                  <a:srgbClr val="555555"/>
                </a:solidFill>
                <a:latin typeface="Arial"/>
              </a:rPr>
              <a:t>Debye–Waller   </a:t>
            </a:r>
            <a:r>
              <a:rPr sz="1600" b="1" i="0">
                <a:solidFill>
                  <a:srgbClr val="1C3077"/>
                </a:solidFill>
                <a:latin typeface="Arial"/>
              </a:rPr>
              <a:t>0.030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54296" y="3200400"/>
            <a:ext cx="2029968" cy="786384"/>
          </a:xfrm>
          <a:prstGeom prst="roundRect">
            <a:avLst>
              <a:gd name="adj" fmla="val 6000"/>
            </a:avLst>
          </a:prstGeom>
          <a:solidFill>
            <a:srgbClr val="EE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600" b="0" i="0">
                <a:solidFill>
                  <a:srgbClr val="555555"/>
                </a:solidFill>
                <a:latin typeface="Arial"/>
              </a:rPr>
              <a:t>γ_inh   </a:t>
            </a:r>
            <a:r>
              <a:rPr sz="1600" b="1" i="0">
                <a:solidFill>
                  <a:srgbClr val="1C3077"/>
                </a:solidFill>
                <a:latin typeface="Arial"/>
              </a:rPr>
              <a:t>30 GHz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75704" y="3200400"/>
            <a:ext cx="2029968" cy="786384"/>
          </a:xfrm>
          <a:prstGeom prst="roundRect">
            <a:avLst>
              <a:gd name="adj" fmla="val 6000"/>
            </a:avLst>
          </a:prstGeom>
          <a:solidFill>
            <a:srgbClr val="EE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600" b="0" i="0">
                <a:solidFill>
                  <a:srgbClr val="555555"/>
                </a:solidFill>
                <a:latin typeface="Arial"/>
              </a:rPr>
              <a:t>probe power   </a:t>
            </a:r>
            <a:r>
              <a:rPr sz="1600" b="1" i="0">
                <a:solidFill>
                  <a:srgbClr val="1C3077"/>
                </a:solidFill>
                <a:latin typeface="Arial"/>
              </a:rPr>
              <a:t>1 μW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4096512"/>
            <a:ext cx="2029968" cy="786384"/>
          </a:xfrm>
          <a:prstGeom prst="roundRect">
            <a:avLst>
              <a:gd name="adj" fmla="val 6000"/>
            </a:avLst>
          </a:prstGeom>
          <a:solidFill>
            <a:srgbClr val="EE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600" b="0" i="0">
                <a:solidFill>
                  <a:srgbClr val="555555"/>
                </a:solidFill>
                <a:latin typeface="Arial"/>
              </a:rPr>
              <a:t>η detect   </a:t>
            </a:r>
            <a:r>
              <a:rPr sz="1600" b="1" i="0">
                <a:solidFill>
                  <a:srgbClr val="1C3077"/>
                </a:solidFill>
                <a:latin typeface="Arial"/>
              </a:rPr>
              <a:t>0.1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32888" y="4096512"/>
            <a:ext cx="2029968" cy="786384"/>
          </a:xfrm>
          <a:prstGeom prst="roundRect">
            <a:avLst>
              <a:gd name="adj" fmla="val 6000"/>
            </a:avLst>
          </a:prstGeom>
          <a:solidFill>
            <a:srgbClr val="EE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600" b="0" i="0">
                <a:solidFill>
                  <a:srgbClr val="555555"/>
                </a:solidFill>
                <a:latin typeface="Arial"/>
              </a:rPr>
              <a:t>σ_tech   </a:t>
            </a:r>
            <a:r>
              <a:rPr sz="1600" b="1" i="0">
                <a:solidFill>
                  <a:srgbClr val="1C3077"/>
                </a:solidFill>
                <a:latin typeface="Arial"/>
              </a:rPr>
              <a:t>10⁻⁶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54296" y="4096512"/>
            <a:ext cx="2029968" cy="786384"/>
          </a:xfrm>
          <a:prstGeom prst="roundRect">
            <a:avLst>
              <a:gd name="adj" fmla="val 6000"/>
            </a:avLst>
          </a:prstGeom>
          <a:solidFill>
            <a:srgbClr val="EE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600" b="0" i="0">
                <a:solidFill>
                  <a:srgbClr val="555555"/>
                </a:solidFill>
                <a:latin typeface="Arial"/>
              </a:rPr>
              <a:t>target SNR   </a:t>
            </a:r>
            <a:r>
              <a:rPr sz="1600" b="1" i="0">
                <a:solidFill>
                  <a:srgbClr val="1C3077"/>
                </a:solidFill>
                <a:latin typeface="Arial"/>
              </a:rPr>
              <a:t>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75704" y="4096512"/>
            <a:ext cx="2029968" cy="786384"/>
          </a:xfrm>
          <a:prstGeom prst="roundRect">
            <a:avLst>
              <a:gd name="adj" fmla="val 6000"/>
            </a:avLst>
          </a:prstGeom>
          <a:solidFill>
            <a:srgbClr val="EE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91440" bIns="91440"/>
          <a:lstStyle/>
          <a:p>
            <a:pPr algn="ctr"/>
            <a:r>
              <a:rPr sz="1600" b="0" i="0">
                <a:solidFill>
                  <a:srgbClr val="555555"/>
                </a:solidFill>
                <a:latin typeface="Arial"/>
              </a:rPr>
              <a:t>ceiling   </a:t>
            </a:r>
            <a:r>
              <a:rPr sz="1600" b="1" i="0">
                <a:solidFill>
                  <a:srgbClr val="1C3077"/>
                </a:solidFill>
                <a:latin typeface="Arial"/>
              </a:rPr>
              <a:t>24 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5742432"/>
            <a:ext cx="8321040" cy="731520"/>
          </a:xfrm>
          <a:prstGeom prst="roundRect">
            <a:avLst>
              <a:gd name="adj" fmla="val 12000"/>
            </a:avLst>
          </a:prstGeom>
          <a:solidFill>
            <a:srgbClr val="EE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/>
            <a:r>
              <a:rPr sz="2000" b="0" i="0">
                <a:solidFill>
                  <a:srgbClr val="1A1A1A"/>
                </a:solidFill>
                <a:latin typeface="Arial"/>
              </a:rPr>
              <a:t>Where the archived conversions disagreed (70 K and 300 K), the conservative value was taken and the disagreement recorded.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ユーザー定義 2">
      <a:dk1>
        <a:srgbClr val="FFFFFF"/>
      </a:dk1>
      <a:lt1>
        <a:srgbClr val="000000"/>
      </a:lt1>
      <a:dk2>
        <a:srgbClr val="7F96C2"/>
      </a:dk2>
      <a:lt2>
        <a:srgbClr val="1C3077"/>
      </a:lt2>
      <a:accent1>
        <a:srgbClr val="E97979"/>
      </a:accent1>
      <a:accent2>
        <a:srgbClr val="F8A088"/>
      </a:accent2>
      <a:accent3>
        <a:srgbClr val="EDC669"/>
      </a:accent3>
      <a:accent4>
        <a:srgbClr val="81BD5F"/>
      </a:accent4>
      <a:accent5>
        <a:srgbClr val="59A36C"/>
      </a:accent5>
      <a:accent6>
        <a:srgbClr val="999999"/>
      </a:accent6>
      <a:hlink>
        <a:srgbClr val="707070"/>
      </a:hlink>
      <a:folHlink>
        <a:srgbClr val="999999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anchor="ctr">
        <a:noAutofit/>
      </a:bodyPr>
      <a:lstStyle>
        <a:defPPr algn="l">
          <a:defRPr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 2013 - 2022" id="{62F939B6-93AF-4DB8-9C6B-D6C7DFDC589F}" vid="{4F46216B-77A9-411A-B9D3-5023FCB70208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 2013 - 2022</Template>
  <TotalTime>7338</TotalTime>
  <Words>808</Words>
  <Application>Microsoft Office PowerPoint</Application>
  <PresentationFormat>画面に合わせる (4:3)</PresentationFormat>
  <Paragraphs>214</Paragraphs>
  <Slides>48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48</vt:i4>
      </vt:variant>
    </vt:vector>
  </HeadingPairs>
  <TitlesOfParts>
    <vt:vector size="55" baseType="lpstr">
      <vt:lpstr>Microsoft YaHei</vt:lpstr>
      <vt:lpstr>Yu Gothic Medium</vt:lpstr>
      <vt:lpstr>游ゴシック</vt:lpstr>
      <vt:lpstr>游ゴシック</vt:lpstr>
      <vt:lpstr>游ゴシック Medium</vt:lpstr>
      <vt:lpstr>Arial</vt:lpstr>
      <vt:lpstr>Office テーマ</vt:lpstr>
      <vt:lpstr>PowerPoint プレゼンテーション</vt:lpstr>
      <vt:lpstr>パワーポイントテンプレート構成</vt:lpstr>
      <vt:lpstr>1.表紙+中表紙(4パターン)</vt:lpstr>
      <vt:lpstr>表紙+中表紙</vt:lpstr>
      <vt:lpstr>PowerPoint プレゼンテーション</vt:lpstr>
      <vt:lpstr>A</vt:lpstr>
      <vt:lpstr>PowerPoint プレゼンテーション</vt:lpstr>
      <vt:lpstr>タイトル　游ゴシック/Bold</vt:lpstr>
      <vt:lpstr>タイトル　游ゴシック/Bold</vt:lpstr>
      <vt:lpstr>PowerPoint プレゼンテーション</vt:lpstr>
      <vt:lpstr>B</vt:lpstr>
      <vt:lpstr>PowerPoint プレゼンテーション</vt:lpstr>
      <vt:lpstr>タイトル 游ゴシック/Bold</vt:lpstr>
      <vt:lpstr>タイトル 游ゴシック/Bold</vt:lpstr>
      <vt:lpstr>PowerPoint プレゼンテーション</vt:lpstr>
      <vt:lpstr>C</vt:lpstr>
      <vt:lpstr>PowerPoint プレゼンテーション</vt:lpstr>
      <vt:lpstr>タイトル 游ゴシック/Bold</vt:lpstr>
      <vt:lpstr>タイトル 游ゴシック/Bold</vt:lpstr>
      <vt:lpstr>PowerPoint プレゼンテーション</vt:lpstr>
      <vt:lpstr>D</vt:lpstr>
      <vt:lpstr>PowerPoint プレゼンテーション</vt:lpstr>
      <vt:lpstr>タイトル　游ゴシック/Bold</vt:lpstr>
      <vt:lpstr>タイトル　游ゴシック/Bold</vt:lpstr>
      <vt:lpstr>2. 目次ページ（全パターン共通）</vt:lpstr>
      <vt:lpstr>目次　游ゴシック/Bold</vt:lpstr>
      <vt:lpstr>3. コンテンツページ（全パターン共通）</vt:lpstr>
      <vt:lpstr>コンテンツページ</vt:lpstr>
      <vt:lpstr>タイトル　游ゴシック/Bold</vt:lpstr>
      <vt:lpstr>タイトル　游ゴシック/Bold</vt:lpstr>
      <vt:lpstr>タイトル　游ゴシック/Bold</vt:lpstr>
      <vt:lpstr>タイトル　游ゴシック/Bold</vt:lpstr>
      <vt:lpstr>タイトル　游ゴシック/Bold</vt:lpstr>
      <vt:lpstr>タイトル　游ゴシック/Bold</vt:lpstr>
      <vt:lpstr>タイトル　游ゴシック/Bold</vt:lpstr>
      <vt:lpstr>タイトル　游ゴシック/Bold</vt:lpstr>
      <vt:lpstr>4.フォントについて</vt:lpstr>
      <vt:lpstr>フォントについて</vt:lpstr>
      <vt:lpstr>5.カラーについて</vt:lpstr>
      <vt:lpstr>カラーについて</vt:lpstr>
      <vt:lpstr>カラーについて</vt:lpstr>
      <vt:lpstr>6.参考レイアウト例</vt:lpstr>
      <vt:lpstr>PowerPoint プレゼンテーション</vt:lpstr>
      <vt:lpstr>グラフ図表事例</vt:lpstr>
      <vt:lpstr>グラフ図表事例</vt:lpstr>
      <vt:lpstr>PowerPoint プレゼンテーション</vt:lpstr>
      <vt:lpstr>組織図表例</vt:lpstr>
      <vt:lpstr>組織図表例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Science Tokyo</dc:creator>
  <cp:lastModifiedBy>Science Tokyo広報課</cp:lastModifiedBy>
  <cp:revision>150</cp:revision>
  <dcterms:created xsi:type="dcterms:W3CDTF">2024-05-02T13:19:49Z</dcterms:created>
  <dcterms:modified xsi:type="dcterms:W3CDTF">2026-05-04T11:56:59Z</dcterms:modified>
</cp:coreProperties>
</file>